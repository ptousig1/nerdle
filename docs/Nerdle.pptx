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99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8C6BE-2A02-8913-F873-47E514CA2F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5A24A6-CBD8-85B1-4859-43DB3B84F5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5784F-F657-2B43-9D18-D2100469D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F7A4-AF0F-4240-9F49-78BD3F71A388}" type="datetimeFigureOut">
              <a:rPr lang="en-US" smtClean="0"/>
              <a:t>2026-01-14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1EF43-99D9-6F96-AA86-47BB3147A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B6918-9785-030F-BBEF-5A8F285D1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08D5-5347-4A8F-A233-E6CC724C6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759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E3A9A-C5D1-C4D5-8552-4FBE6A990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F8AF7-2A6A-9536-DA6C-DB62DD5A7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6AE30-3A21-8CC6-BCEC-EEC444084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F7A4-AF0F-4240-9F49-78BD3F71A388}" type="datetimeFigureOut">
              <a:rPr lang="en-US" smtClean="0"/>
              <a:t>2026-01-14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E5902-BE13-6CC7-878E-9BF88AAD8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19758-5A9E-5378-3A01-682A73832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08D5-5347-4A8F-A233-E6CC724C6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39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2C5BD-2953-7237-1C2C-1B50F5FE0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309515-70E2-F144-B177-B779C9AAD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2A7F6-D083-7FF7-5DAE-56CD688DD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F7A4-AF0F-4240-9F49-78BD3F71A388}" type="datetimeFigureOut">
              <a:rPr lang="en-US" smtClean="0"/>
              <a:t>2026-01-14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2B405-8877-050B-C911-00F07FA7D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39C82-480A-C473-4904-243F05B95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08D5-5347-4A8F-A233-E6CC724C6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485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3B9CE-59C1-72F4-57AF-8F0A8C972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BB469-AC1C-1126-F4C9-6F6C992DAF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0EB6CF-C139-31E1-F36A-402A0451AD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1DDF7-D896-4F30-716C-ED333154B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F7A4-AF0F-4240-9F49-78BD3F71A388}" type="datetimeFigureOut">
              <a:rPr lang="en-US" smtClean="0"/>
              <a:t>2026-01-14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41932B-39C2-03A0-8E39-B3EE77CD1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E899EB-0313-39B6-6A0A-46DC67A44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08D5-5347-4A8F-A233-E6CC724C6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172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47F8A-4C95-27F8-D83F-5301E70E4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29F10-B2F4-0FA0-0256-670B58215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73D825-8A87-B7E5-903B-269267A8DF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F6EF1B-6362-03DF-D976-71AAA87FC8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D3AF0A-4A29-6596-3356-7C9AB20A1D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E37A0A-0F7D-8B6A-8B33-B32563D9A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F7A4-AF0F-4240-9F49-78BD3F71A388}" type="datetimeFigureOut">
              <a:rPr lang="en-US" smtClean="0"/>
              <a:t>2026-01-14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180F84-4DCD-D103-FDFD-DAEDC614A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2612AA-F328-4B6B-ABA5-DF950ECA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08D5-5347-4A8F-A233-E6CC724C6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031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F5BE7-7DEF-CD6E-876E-F56405137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897675-888D-6D07-7F1A-846A2FA35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F7A4-AF0F-4240-9F49-78BD3F71A388}" type="datetimeFigureOut">
              <a:rPr lang="en-US" smtClean="0"/>
              <a:t>2026-01-14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A43DB3-FA45-85EC-FC48-C95DBF328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94888-E9EF-60E0-29D5-516F74AB1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08D5-5347-4A8F-A233-E6CC724C6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645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D75ECB-2A57-5BB3-E491-5137E5D65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F7A4-AF0F-4240-9F49-78BD3F71A388}" type="datetimeFigureOut">
              <a:rPr lang="en-US" smtClean="0"/>
              <a:t>2026-01-14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3114E3-637A-8F0D-CCEC-194EAAFD5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0203C-3030-0574-2FCE-2F3DC4247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08D5-5347-4A8F-A233-E6CC724C6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465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21E1E-AA16-046A-0D67-CA6F465C3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587C9-9F0D-7661-8507-4F7E22E3D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008CC-04FF-0616-9D2B-D4A8F3DCC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8AFF7C-CBFA-7A0E-AF39-2FE1235D7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F7A4-AF0F-4240-9F49-78BD3F71A388}" type="datetimeFigureOut">
              <a:rPr lang="en-US" smtClean="0"/>
              <a:t>2026-01-14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ED330C-3D61-54F3-3CEB-9A1A0EA75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2CD75B-B136-2490-5D0C-2A761DE97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08D5-5347-4A8F-A233-E6CC724C6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26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3E35E-5222-DB35-78A9-C485B9622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2EF765-89B4-BA19-EE37-E3303AA4B4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9CFE2F-4584-6514-30EB-DF46DC2B7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C92525-9AC1-470E-E0C7-A076FDA41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F7A4-AF0F-4240-9F49-78BD3F71A388}" type="datetimeFigureOut">
              <a:rPr lang="en-US" smtClean="0"/>
              <a:t>2026-01-14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72CAB8-8D3C-7DB8-981F-0F2A55444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3A8388-9F5A-EB4F-EC9E-14ED910C4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08D5-5347-4A8F-A233-E6CC724C6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054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F2204-473B-57BC-E594-9367DD8CB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32C968-1726-6A0F-052F-943800FA1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9AE8F-AB3C-F1CA-9E87-2910CD000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F7A4-AF0F-4240-9F49-78BD3F71A388}" type="datetimeFigureOut">
              <a:rPr lang="en-US" smtClean="0"/>
              <a:t>2026-01-14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54703-B1BA-7D72-77F6-2F1162522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9D8E9-9CD3-FE57-56D2-07AF3577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08D5-5347-4A8F-A233-E6CC724C6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363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2C5131-1B20-A2BD-2969-07CE9FB956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A12644-4856-D899-0D46-7FAFB9A49E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20FBB-D21E-E2E1-DE7B-C654A6AC5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F7A4-AF0F-4240-9F49-78BD3F71A388}" type="datetimeFigureOut">
              <a:rPr lang="en-US" smtClean="0"/>
              <a:t>2026-01-14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FE9D7-DABA-2477-472A-89DCE43C9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10E21-440F-9FF6-B734-B57B845D4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08D5-5347-4A8F-A233-E6CC724C6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78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26B295-1128-B2E9-EAD8-6886CC342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3171D-A3A8-4D18-6C92-ACE91270D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9C29C-5113-2428-C5F1-692498DE5C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93F7A4-AF0F-4240-9F49-78BD3F71A388}" type="datetimeFigureOut">
              <a:rPr lang="en-US" smtClean="0"/>
              <a:t>2026-01-14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CC3D3-CCE0-7E93-3F13-58B056F75E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20673-E8BF-FECE-1536-9129DDDBF1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0108D5-5347-4A8F-A233-E6CC724C6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538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D2501-0ECB-5A16-66D8-791066138E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Nerdle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215C52-DA43-7087-914F-A5FC2CB16C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39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A1E0D18-91EF-6ED2-9421-4E7A228564D4}"/>
              </a:ext>
            </a:extLst>
          </p:cNvPr>
          <p:cNvGrpSpPr/>
          <p:nvPr/>
        </p:nvGrpSpPr>
        <p:grpSpPr>
          <a:xfrm>
            <a:off x="617706" y="275206"/>
            <a:ext cx="6092884" cy="6245611"/>
            <a:chOff x="617706" y="275206"/>
            <a:chExt cx="6092884" cy="624561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9CB03A0-89D9-08AD-BE2E-15C6A4B17D04}"/>
                </a:ext>
              </a:extLst>
            </p:cNvPr>
            <p:cNvSpPr txBox="1"/>
            <p:nvPr/>
          </p:nvSpPr>
          <p:spPr>
            <a:xfrm>
              <a:off x="617706" y="1206230"/>
              <a:ext cx="10301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Answers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F6F6CD8-A112-92E6-85BE-236F8E0AAF72}"/>
                </a:ext>
              </a:extLst>
            </p:cNvPr>
            <p:cNvSpPr/>
            <p:nvPr/>
          </p:nvSpPr>
          <p:spPr>
            <a:xfrm>
              <a:off x="2864796" y="1945532"/>
              <a:ext cx="1298642" cy="50583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9+4*-2=1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AC96FF4-9C8D-F928-4111-4078DD9B690A}"/>
                </a:ext>
              </a:extLst>
            </p:cNvPr>
            <p:cNvGrpSpPr/>
            <p:nvPr/>
          </p:nvGrpSpPr>
          <p:grpSpPr>
            <a:xfrm>
              <a:off x="5690279" y="275206"/>
              <a:ext cx="811441" cy="1862048"/>
              <a:chOff x="5027179" y="275206"/>
              <a:chExt cx="811441" cy="1862048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3E0F0D8-1105-5F71-FC8A-A6B19042AC51}"/>
                  </a:ext>
                </a:extLst>
              </p:cNvPr>
              <p:cNvSpPr/>
              <p:nvPr/>
            </p:nvSpPr>
            <p:spPr>
              <a:xfrm>
                <a:off x="5094862" y="275206"/>
                <a:ext cx="656617" cy="177529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AE00C3-FD88-938A-4C9C-E6086301218C}"/>
                  </a:ext>
                </a:extLst>
              </p:cNvPr>
              <p:cNvSpPr txBox="1"/>
              <p:nvPr/>
            </p:nvSpPr>
            <p:spPr>
              <a:xfrm>
                <a:off x="5027179" y="275206"/>
                <a:ext cx="811441" cy="18620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solidFill>
                      <a:schemeClr val="bg1"/>
                    </a:solidFill>
                    <a:highlight>
                      <a:srgbClr val="000000"/>
                    </a:highlight>
                    <a:latin typeface="Consolas" panose="020B0609020204030204" pitchFamily="49" charset="0"/>
                  </a:rPr>
                  <a:t>9</a:t>
                </a:r>
                <a:r>
                  <a:rPr lang="en-US" sz="1100" dirty="0">
                    <a:solidFill>
                      <a:schemeClr val="bg1"/>
                    </a:solidFill>
                    <a:highlight>
                      <a:srgbClr val="FF00FF"/>
                    </a:highlight>
                    <a:latin typeface="Consolas" panose="020B0609020204030204" pitchFamily="49" charset="0"/>
                  </a:rPr>
                  <a:t>+4</a:t>
                </a:r>
                <a:r>
                  <a:rPr lang="en-US" sz="1100" dirty="0">
                    <a:solidFill>
                      <a:schemeClr val="bg1"/>
                    </a:solidFill>
                    <a:highlight>
                      <a:srgbClr val="000000"/>
                    </a:highlight>
                    <a:latin typeface="Consolas" panose="020B0609020204030204" pitchFamily="49" charset="0"/>
                  </a:rPr>
                  <a:t>*-</a:t>
                </a:r>
                <a:r>
                  <a:rPr lang="en-US" sz="1100" dirty="0">
                    <a:solidFill>
                      <a:schemeClr val="bg1"/>
                    </a:solidFill>
                    <a:highlight>
                      <a:srgbClr val="FF00FF"/>
                    </a:highlight>
                    <a:latin typeface="Consolas" panose="020B0609020204030204" pitchFamily="49" charset="0"/>
                  </a:rPr>
                  <a:t>2=1</a:t>
                </a:r>
                <a:endParaRPr lang="en-US" sz="1100" dirty="0"/>
              </a:p>
              <a:p>
                <a:r>
                  <a:rPr lang="en-US" sz="900" u="sng" dirty="0"/>
                  <a:t>282 answers</a:t>
                </a:r>
              </a:p>
              <a:p>
                <a:r>
                  <a:rPr lang="en-US" sz="1100" dirty="0">
                    <a:latin typeface="Consolas" panose="020B0609020204030204" pitchFamily="49" charset="0"/>
                  </a:rPr>
                  <a:t>10+30=40</a:t>
                </a:r>
              </a:p>
              <a:p>
                <a:r>
                  <a:rPr lang="en-US" sz="1100" dirty="0">
                    <a:latin typeface="Consolas" panose="020B0609020204030204" pitchFamily="49" charset="0"/>
                  </a:rPr>
                  <a:t>10+45=55</a:t>
                </a:r>
              </a:p>
              <a:p>
                <a:r>
                  <a:rPr lang="en-US" sz="1100" dirty="0">
                    <a:latin typeface="Consolas" panose="020B0609020204030204" pitchFamily="49" charset="0"/>
                  </a:rPr>
                  <a:t>11+36=47</a:t>
                </a:r>
              </a:p>
              <a:p>
                <a:r>
                  <a:rPr lang="en-US" sz="1100" dirty="0">
                    <a:latin typeface="Consolas" panose="020B0609020204030204" pitchFamily="49" charset="0"/>
                  </a:rPr>
                  <a:t>11+64=75</a:t>
                </a:r>
              </a:p>
              <a:p>
                <a:r>
                  <a:rPr lang="en-US" sz="1100" dirty="0">
                    <a:latin typeface="Consolas" panose="020B0609020204030204" pitchFamily="49" charset="0"/>
                  </a:rPr>
                  <a:t>13+43=56</a:t>
                </a:r>
              </a:p>
              <a:p>
                <a:r>
                  <a:rPr lang="en-US" sz="1100" dirty="0">
                    <a:latin typeface="Consolas" panose="020B0609020204030204" pitchFamily="49" charset="0"/>
                  </a:rPr>
                  <a:t>14+16=30</a:t>
                </a:r>
              </a:p>
              <a:p>
                <a:r>
                  <a:rPr lang="en-US" sz="1100" dirty="0">
                    <a:latin typeface="Consolas" panose="020B0609020204030204" pitchFamily="49" charset="0"/>
                  </a:rPr>
                  <a:t>14+46=60</a:t>
                </a:r>
              </a:p>
              <a:p>
                <a:r>
                  <a:rPr lang="en-US" dirty="0"/>
                  <a:t>...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93CD20A-5CBF-A69F-4C3B-4D339EE8536E}"/>
                </a:ext>
              </a:extLst>
            </p:cNvPr>
            <p:cNvGrpSpPr/>
            <p:nvPr/>
          </p:nvGrpSpPr>
          <p:grpSpPr>
            <a:xfrm>
              <a:off x="5690278" y="2262030"/>
              <a:ext cx="811441" cy="1862048"/>
              <a:chOff x="5027179" y="275206"/>
              <a:chExt cx="811441" cy="1862048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382DF36-6170-1AE3-F13C-806EC3414BD4}"/>
                  </a:ext>
                </a:extLst>
              </p:cNvPr>
              <p:cNvSpPr/>
              <p:nvPr/>
            </p:nvSpPr>
            <p:spPr>
              <a:xfrm>
                <a:off x="5094862" y="275206"/>
                <a:ext cx="656617" cy="177529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2A01307-4B01-11AD-4C82-7696FC18AB02}"/>
                  </a:ext>
                </a:extLst>
              </p:cNvPr>
              <p:cNvSpPr txBox="1"/>
              <p:nvPr/>
            </p:nvSpPr>
            <p:spPr>
              <a:xfrm>
                <a:off x="5027179" y="275206"/>
                <a:ext cx="811441" cy="18620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solidFill>
                      <a:schemeClr val="bg1"/>
                    </a:solidFill>
                    <a:highlight>
                      <a:srgbClr val="000000"/>
                    </a:highlight>
                    <a:latin typeface="Consolas" panose="020B0609020204030204" pitchFamily="49" charset="0"/>
                  </a:rPr>
                  <a:t>9</a:t>
                </a:r>
                <a:r>
                  <a:rPr lang="en-US" sz="1100" dirty="0">
                    <a:solidFill>
                      <a:schemeClr val="bg1"/>
                    </a:solidFill>
                    <a:highlight>
                      <a:srgbClr val="FF00FF"/>
                    </a:highlight>
                    <a:latin typeface="Consolas" panose="020B0609020204030204" pitchFamily="49" charset="0"/>
                  </a:rPr>
                  <a:t>+4</a:t>
                </a:r>
                <a:r>
                  <a:rPr lang="en-US" sz="1100" dirty="0">
                    <a:solidFill>
                      <a:schemeClr val="bg1"/>
                    </a:solidFill>
                    <a:highlight>
                      <a:srgbClr val="000000"/>
                    </a:highlight>
                    <a:latin typeface="Consolas" panose="020B0609020204030204" pitchFamily="49" charset="0"/>
                  </a:rPr>
                  <a:t>*-</a:t>
                </a:r>
                <a:r>
                  <a:rPr lang="en-US" sz="1100" dirty="0">
                    <a:solidFill>
                      <a:schemeClr val="bg1"/>
                    </a:solidFill>
                    <a:highlight>
                      <a:srgbClr val="FF00FF"/>
                    </a:highlight>
                    <a:latin typeface="Consolas" panose="020B0609020204030204" pitchFamily="49" charset="0"/>
                  </a:rPr>
                  <a:t>2=</a:t>
                </a:r>
                <a:r>
                  <a:rPr lang="en-US" sz="1100" dirty="0">
                    <a:solidFill>
                      <a:schemeClr val="bg1"/>
                    </a:solidFill>
                    <a:highlight>
                      <a:srgbClr val="000000"/>
                    </a:highlight>
                    <a:latin typeface="Consolas" panose="020B0609020204030204" pitchFamily="49" charset="0"/>
                  </a:rPr>
                  <a:t>1</a:t>
                </a:r>
                <a:endParaRPr lang="en-US" sz="1100" dirty="0">
                  <a:highlight>
                    <a:srgbClr val="000000"/>
                  </a:highlight>
                </a:endParaRPr>
              </a:p>
              <a:p>
                <a:r>
                  <a:rPr lang="en-US" sz="900" u="sng" dirty="0"/>
                  <a:t>275 answers</a:t>
                </a:r>
              </a:p>
              <a:p>
                <a:r>
                  <a:rPr lang="en-US" sz="1100" dirty="0">
                    <a:latin typeface="Consolas" panose="020B0609020204030204" pitchFamily="49" charset="0"/>
                  </a:rPr>
                  <a:t>20+26=46</a:t>
                </a:r>
              </a:p>
              <a:p>
                <a:r>
                  <a:rPr lang="en-US" sz="1100" dirty="0">
                    <a:latin typeface="Consolas" panose="020B0609020204030204" pitchFamily="49" charset="0"/>
                  </a:rPr>
                  <a:t>20+47=67</a:t>
                </a:r>
              </a:p>
              <a:p>
                <a:r>
                  <a:rPr lang="en-US" sz="1100" dirty="0">
                    <a:latin typeface="Consolas" panose="020B0609020204030204" pitchFamily="49" charset="0"/>
                  </a:rPr>
                  <a:t>22+32=54</a:t>
                </a:r>
              </a:p>
              <a:p>
                <a:r>
                  <a:rPr lang="en-US" sz="1100" dirty="0">
                    <a:latin typeface="Consolas" panose="020B0609020204030204" pitchFamily="49" charset="0"/>
                  </a:rPr>
                  <a:t>22+54=76</a:t>
                </a:r>
              </a:p>
              <a:p>
                <a:r>
                  <a:rPr lang="en-US" sz="1100" dirty="0">
                    <a:latin typeface="Consolas" panose="020B0609020204030204" pitchFamily="49" charset="0"/>
                  </a:rPr>
                  <a:t>23+42=65</a:t>
                </a:r>
              </a:p>
              <a:p>
                <a:r>
                  <a:rPr lang="en-US" sz="1100" dirty="0">
                    <a:latin typeface="Consolas" panose="020B0609020204030204" pitchFamily="49" charset="0"/>
                  </a:rPr>
                  <a:t>24+24=48</a:t>
                </a:r>
              </a:p>
              <a:p>
                <a:r>
                  <a:rPr lang="en-US" sz="1100" dirty="0">
                    <a:latin typeface="Consolas" panose="020B0609020204030204" pitchFamily="49" charset="0"/>
                  </a:rPr>
                  <a:t>24+42=66</a:t>
                </a:r>
              </a:p>
              <a:p>
                <a:r>
                  <a:rPr lang="en-US" dirty="0"/>
                  <a:t>...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A9F0424-ED00-7BAC-AA01-4575FB934D92}"/>
                </a:ext>
              </a:extLst>
            </p:cNvPr>
            <p:cNvGrpSpPr/>
            <p:nvPr/>
          </p:nvGrpSpPr>
          <p:grpSpPr>
            <a:xfrm>
              <a:off x="5701501" y="4210828"/>
              <a:ext cx="800219" cy="1862048"/>
              <a:chOff x="5027179" y="275206"/>
              <a:chExt cx="800219" cy="1862048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01226F8-F501-7481-D55C-CB0E9D7FB6FC}"/>
                  </a:ext>
                </a:extLst>
              </p:cNvPr>
              <p:cNvSpPr/>
              <p:nvPr/>
            </p:nvSpPr>
            <p:spPr>
              <a:xfrm>
                <a:off x="5094862" y="275206"/>
                <a:ext cx="656617" cy="177529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821416C-3370-1B75-DE02-3A01657150CB}"/>
                  </a:ext>
                </a:extLst>
              </p:cNvPr>
              <p:cNvSpPr txBox="1"/>
              <p:nvPr/>
            </p:nvSpPr>
            <p:spPr>
              <a:xfrm>
                <a:off x="5027179" y="275206"/>
                <a:ext cx="800219" cy="18620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highlight>
                      <a:srgbClr val="00FF00"/>
                    </a:highlight>
                    <a:latin typeface="Consolas" panose="020B0609020204030204" pitchFamily="49" charset="0"/>
                  </a:rPr>
                  <a:t>9+</a:t>
                </a:r>
                <a:r>
                  <a:rPr lang="en-US" sz="1100" dirty="0">
                    <a:solidFill>
                      <a:schemeClr val="bg1"/>
                    </a:solidFill>
                    <a:highlight>
                      <a:srgbClr val="000000"/>
                    </a:highlight>
                    <a:latin typeface="Consolas" panose="020B0609020204030204" pitchFamily="49" charset="0"/>
                  </a:rPr>
                  <a:t>4*-2</a:t>
                </a:r>
                <a:r>
                  <a:rPr lang="en-US" sz="1100" dirty="0">
                    <a:solidFill>
                      <a:schemeClr val="bg1"/>
                    </a:solidFill>
                    <a:highlight>
                      <a:srgbClr val="FF00FF"/>
                    </a:highlight>
                    <a:latin typeface="Consolas" panose="020B0609020204030204" pitchFamily="49" charset="0"/>
                  </a:rPr>
                  <a:t>=1</a:t>
                </a:r>
              </a:p>
              <a:p>
                <a:r>
                  <a:rPr lang="en-US" sz="900" u="sng" dirty="0"/>
                  <a:t>36 answers</a:t>
                </a:r>
              </a:p>
              <a:p>
                <a:r>
                  <a:rPr lang="en-US" sz="1100" dirty="0">
                    <a:latin typeface="Consolas" panose="020B0609020204030204" pitchFamily="49" charset="0"/>
                  </a:rPr>
                  <a:t>9+1/1=10</a:t>
                </a:r>
              </a:p>
              <a:p>
                <a:r>
                  <a:rPr lang="en-US" sz="1100" dirty="0">
                    <a:latin typeface="Consolas" panose="020B0609020204030204" pitchFamily="49" charset="0"/>
                  </a:rPr>
                  <a:t>9+3+5=17</a:t>
                </a:r>
              </a:p>
              <a:p>
                <a:r>
                  <a:rPr lang="en-US" sz="1100" dirty="0">
                    <a:latin typeface="Consolas" panose="020B0609020204030204" pitchFamily="49" charset="0"/>
                  </a:rPr>
                  <a:t>9+6+3=18</a:t>
                </a:r>
              </a:p>
              <a:p>
                <a:r>
                  <a:rPr lang="en-US" sz="1100" dirty="0">
                    <a:latin typeface="Consolas" panose="020B0609020204030204" pitchFamily="49" charset="0"/>
                  </a:rPr>
                  <a:t>9+9+1=19</a:t>
                </a:r>
              </a:p>
              <a:p>
                <a:r>
                  <a:rPr lang="en-US" sz="1100" dirty="0">
                    <a:latin typeface="Consolas" panose="020B0609020204030204" pitchFamily="49" charset="0"/>
                  </a:rPr>
                  <a:t>9+1+3=13</a:t>
                </a:r>
              </a:p>
              <a:p>
                <a:r>
                  <a:rPr lang="en-US" sz="1100" dirty="0">
                    <a:latin typeface="Consolas" panose="020B0609020204030204" pitchFamily="49" charset="0"/>
                  </a:rPr>
                  <a:t>9+3+6=18</a:t>
                </a:r>
              </a:p>
              <a:p>
                <a:r>
                  <a:rPr lang="en-US" sz="1100" dirty="0">
                    <a:latin typeface="Consolas" panose="020B0609020204030204" pitchFamily="49" charset="0"/>
                  </a:rPr>
                  <a:t>9+7/1=16</a:t>
                </a:r>
              </a:p>
              <a:p>
                <a:r>
                  <a:rPr lang="en-US" dirty="0"/>
                  <a:t>...</a:t>
                </a:r>
              </a:p>
            </p:txBody>
          </p:sp>
        </p:grp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5CF56118-DC42-1705-DBC3-3A28F84AD6BB}"/>
                </a:ext>
              </a:extLst>
            </p:cNvPr>
            <p:cNvSpPr/>
            <p:nvPr/>
          </p:nvSpPr>
          <p:spPr>
            <a:xfrm>
              <a:off x="1731523" y="1945532"/>
              <a:ext cx="919264" cy="50583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262FBE55-5D03-16C6-166E-D47BB2C5EF5E}"/>
                </a:ext>
              </a:extLst>
            </p:cNvPr>
            <p:cNvSpPr/>
            <p:nvPr/>
          </p:nvSpPr>
          <p:spPr>
            <a:xfrm rot="19722916">
              <a:off x="4164156" y="1482428"/>
              <a:ext cx="1377879" cy="27237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EBB8AA90-CBF7-1707-19BB-F64A295CF5F1}"/>
                </a:ext>
              </a:extLst>
            </p:cNvPr>
            <p:cNvSpPr/>
            <p:nvPr/>
          </p:nvSpPr>
          <p:spPr>
            <a:xfrm rot="2744107">
              <a:off x="3643804" y="3360849"/>
              <a:ext cx="2086309" cy="27237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E83AEA15-F467-B1CC-F61D-56968700CCA2}"/>
                </a:ext>
              </a:extLst>
            </p:cNvPr>
            <p:cNvSpPr/>
            <p:nvPr/>
          </p:nvSpPr>
          <p:spPr>
            <a:xfrm rot="1121700">
              <a:off x="4311582" y="2517226"/>
              <a:ext cx="1393761" cy="27237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5555B56-3EB0-B337-87DD-65953C03122D}"/>
                </a:ext>
              </a:extLst>
            </p:cNvPr>
            <p:cNvSpPr txBox="1"/>
            <p:nvPr/>
          </p:nvSpPr>
          <p:spPr>
            <a:xfrm>
              <a:off x="5757961" y="5874486"/>
              <a:ext cx="95262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...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F454171-706C-C002-AD92-55AC5BDC9F94}"/>
                </a:ext>
              </a:extLst>
            </p:cNvPr>
            <p:cNvGrpSpPr/>
            <p:nvPr/>
          </p:nvGrpSpPr>
          <p:grpSpPr>
            <a:xfrm>
              <a:off x="643637" y="1577658"/>
              <a:ext cx="971826" cy="1615396"/>
              <a:chOff x="2403061" y="2610678"/>
              <a:chExt cx="971826" cy="1615396"/>
            </a:xfrm>
          </p:grpSpPr>
          <p:sp>
            <p:nvSpPr>
              <p:cNvPr id="2" name="Flowchart: Document 1">
                <a:extLst>
                  <a:ext uri="{FF2B5EF4-FFF2-40B4-BE49-F238E27FC236}">
                    <a16:creationId xmlns:a16="http://schemas.microsoft.com/office/drawing/2014/main" id="{F28BBAB6-E907-5364-EA16-D48D484ECB9A}"/>
                  </a:ext>
                </a:extLst>
              </p:cNvPr>
              <p:cNvSpPr/>
              <p:nvPr/>
            </p:nvSpPr>
            <p:spPr>
              <a:xfrm>
                <a:off x="2403061" y="2610678"/>
                <a:ext cx="971826" cy="1615396"/>
              </a:xfrm>
              <a:prstGeom prst="flowChartDocumen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AAE7DB1-5E23-D0D0-D0C4-64D9C02FDE84}"/>
                  </a:ext>
                </a:extLst>
              </p:cNvPr>
              <p:cNvSpPr txBox="1"/>
              <p:nvPr/>
            </p:nvSpPr>
            <p:spPr>
              <a:xfrm>
                <a:off x="2482844" y="2669673"/>
                <a:ext cx="812260" cy="13542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latin typeface="Consolas" panose="020B0609020204030204" pitchFamily="49" charset="0"/>
                  </a:rPr>
                  <a:t>10+30=40</a:t>
                </a:r>
              </a:p>
              <a:p>
                <a:r>
                  <a:rPr lang="en-US" sz="1100" dirty="0">
                    <a:latin typeface="Consolas" panose="020B0609020204030204" pitchFamily="49" charset="0"/>
                  </a:rPr>
                  <a:t>10+45=55</a:t>
                </a:r>
              </a:p>
              <a:p>
                <a:r>
                  <a:rPr lang="en-US" sz="1100" dirty="0">
                    <a:latin typeface="Consolas" panose="020B0609020204030204" pitchFamily="49" charset="0"/>
                  </a:rPr>
                  <a:t>20+26=46</a:t>
                </a:r>
              </a:p>
              <a:p>
                <a:r>
                  <a:rPr lang="en-US" sz="1100" dirty="0">
                    <a:latin typeface="Consolas" panose="020B0609020204030204" pitchFamily="49" charset="0"/>
                  </a:rPr>
                  <a:t>20+47=67</a:t>
                </a:r>
              </a:p>
              <a:p>
                <a:r>
                  <a:rPr lang="en-US" sz="1100" dirty="0">
                    <a:latin typeface="Consolas" panose="020B0609020204030204" pitchFamily="49" charset="0"/>
                  </a:rPr>
                  <a:t>9+1/1=10</a:t>
                </a:r>
              </a:p>
              <a:p>
                <a:r>
                  <a:rPr lang="en-US" sz="1100" dirty="0">
                    <a:latin typeface="Consolas" panose="020B0609020204030204" pitchFamily="49" charset="0"/>
                  </a:rPr>
                  <a:t>9+3+5=17</a:t>
                </a:r>
              </a:p>
              <a:p>
                <a:r>
                  <a:rPr lang="en-US" sz="1600" dirty="0">
                    <a:latin typeface="Consolas" panose="020B0609020204030204" pitchFamily="49" charset="0"/>
                  </a:rPr>
                  <a:t>...</a:t>
                </a:r>
                <a:endParaRPr lang="en-US" sz="1100" dirty="0">
                  <a:latin typeface="Consolas" panose="020B0609020204030204" pitchFamily="49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81141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83FA58B1-A25A-2077-5193-654AF64C9198}"/>
              </a:ext>
            </a:extLst>
          </p:cNvPr>
          <p:cNvSpPr/>
          <p:nvPr/>
        </p:nvSpPr>
        <p:spPr>
          <a:xfrm>
            <a:off x="3837560" y="525294"/>
            <a:ext cx="301560" cy="423154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01D007-CEC1-6DDB-E6FA-C6990D0E64C4}"/>
              </a:ext>
            </a:extLst>
          </p:cNvPr>
          <p:cNvSpPr/>
          <p:nvPr/>
        </p:nvSpPr>
        <p:spPr>
          <a:xfrm>
            <a:off x="4776280" y="525294"/>
            <a:ext cx="301561" cy="1118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3765F66-0DDA-738E-4821-7DAB50F2CCB9}"/>
              </a:ext>
            </a:extLst>
          </p:cNvPr>
          <p:cNvSpPr/>
          <p:nvPr/>
        </p:nvSpPr>
        <p:spPr>
          <a:xfrm>
            <a:off x="2037942" y="3188240"/>
            <a:ext cx="953311" cy="27237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Guess 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820550B-8990-F73F-4E7B-547E2DE6BEE6}"/>
              </a:ext>
            </a:extLst>
          </p:cNvPr>
          <p:cNvSpPr/>
          <p:nvPr/>
        </p:nvSpPr>
        <p:spPr>
          <a:xfrm>
            <a:off x="2037942" y="5128907"/>
            <a:ext cx="953311" cy="27237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Guess 499,668</a:t>
            </a: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9DF10F40-6DE4-5DC8-CDDE-29E9C9D43D49}"/>
              </a:ext>
            </a:extLst>
          </p:cNvPr>
          <p:cNvSpPr/>
          <p:nvPr/>
        </p:nvSpPr>
        <p:spPr>
          <a:xfrm>
            <a:off x="588523" y="2632952"/>
            <a:ext cx="739303" cy="1352145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Answer List</a:t>
            </a: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D7838102-E9BC-7118-1BF0-439E63E3BF7B}"/>
              </a:ext>
            </a:extLst>
          </p:cNvPr>
          <p:cNvSpPr/>
          <p:nvPr/>
        </p:nvSpPr>
        <p:spPr>
          <a:xfrm>
            <a:off x="3837560" y="1172183"/>
            <a:ext cx="301560" cy="423154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44510A2F-A274-7868-937F-03EAA85CB523}"/>
              </a:ext>
            </a:extLst>
          </p:cNvPr>
          <p:cNvSpPr/>
          <p:nvPr/>
        </p:nvSpPr>
        <p:spPr>
          <a:xfrm>
            <a:off x="3837560" y="1819072"/>
            <a:ext cx="301560" cy="423154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96270F65-A915-EDEC-11FC-A369F955204C}"/>
              </a:ext>
            </a:extLst>
          </p:cNvPr>
          <p:cNvSpPr/>
          <p:nvPr/>
        </p:nvSpPr>
        <p:spPr>
          <a:xfrm>
            <a:off x="3837560" y="2465961"/>
            <a:ext cx="301560" cy="423154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6157EE3C-BF32-B69C-7E7E-33C002EAB43B}"/>
              </a:ext>
            </a:extLst>
          </p:cNvPr>
          <p:cNvSpPr/>
          <p:nvPr/>
        </p:nvSpPr>
        <p:spPr>
          <a:xfrm>
            <a:off x="3837560" y="3112850"/>
            <a:ext cx="301560" cy="423154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61DFAB7D-3751-3ED9-BB4C-C405AA46C05F}"/>
              </a:ext>
            </a:extLst>
          </p:cNvPr>
          <p:cNvSpPr/>
          <p:nvPr/>
        </p:nvSpPr>
        <p:spPr>
          <a:xfrm>
            <a:off x="3837560" y="3759739"/>
            <a:ext cx="301560" cy="423154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D237640A-2B51-1817-E1A9-F7FC02F4DC2D}"/>
              </a:ext>
            </a:extLst>
          </p:cNvPr>
          <p:cNvSpPr/>
          <p:nvPr/>
        </p:nvSpPr>
        <p:spPr>
          <a:xfrm>
            <a:off x="3837560" y="4406628"/>
            <a:ext cx="301560" cy="423154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1064B57F-5491-3DD9-AFCE-693286A98C11}"/>
              </a:ext>
            </a:extLst>
          </p:cNvPr>
          <p:cNvSpPr/>
          <p:nvPr/>
        </p:nvSpPr>
        <p:spPr>
          <a:xfrm>
            <a:off x="3837560" y="5053517"/>
            <a:ext cx="301560" cy="423154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0C4AC638-817E-D098-0C7D-D796F11346FF}"/>
              </a:ext>
            </a:extLst>
          </p:cNvPr>
          <p:cNvSpPr/>
          <p:nvPr/>
        </p:nvSpPr>
        <p:spPr>
          <a:xfrm>
            <a:off x="3837560" y="5700406"/>
            <a:ext cx="301560" cy="423154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937FA8C-6C2C-C02B-23E0-031489FD08F8}"/>
              </a:ext>
            </a:extLst>
          </p:cNvPr>
          <p:cNvSpPr/>
          <p:nvPr/>
        </p:nvSpPr>
        <p:spPr>
          <a:xfrm>
            <a:off x="2037944" y="1483469"/>
            <a:ext cx="953311" cy="27237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Guess 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6F145A7-3920-D680-7F80-F6517D9BECF8}"/>
              </a:ext>
            </a:extLst>
          </p:cNvPr>
          <p:cNvSpPr/>
          <p:nvPr/>
        </p:nvSpPr>
        <p:spPr>
          <a:xfrm>
            <a:off x="4776280" y="677694"/>
            <a:ext cx="301561" cy="1118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E859951-333A-65C6-0862-89EBC905856E}"/>
              </a:ext>
            </a:extLst>
          </p:cNvPr>
          <p:cNvSpPr/>
          <p:nvPr/>
        </p:nvSpPr>
        <p:spPr>
          <a:xfrm>
            <a:off x="4776280" y="830094"/>
            <a:ext cx="301561" cy="1118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C08D447-38DE-95D4-ABD2-D854EF1B4918}"/>
              </a:ext>
            </a:extLst>
          </p:cNvPr>
          <p:cNvGrpSpPr/>
          <p:nvPr/>
        </p:nvGrpSpPr>
        <p:grpSpPr>
          <a:xfrm>
            <a:off x="5812279" y="428828"/>
            <a:ext cx="77820" cy="416668"/>
            <a:chOff x="5588542" y="440987"/>
            <a:chExt cx="77820" cy="416668"/>
          </a:xfrm>
        </p:grpSpPr>
        <p:sp>
          <p:nvSpPr>
            <p:cNvPr id="23" name="Flowchart: Process 22">
              <a:extLst>
                <a:ext uri="{FF2B5EF4-FFF2-40B4-BE49-F238E27FC236}">
                  <a16:creationId xmlns:a16="http://schemas.microsoft.com/office/drawing/2014/main" id="{CD446C94-34AA-A9DA-A985-7D8339B30151}"/>
                </a:ext>
              </a:extLst>
            </p:cNvPr>
            <p:cNvSpPr/>
            <p:nvPr/>
          </p:nvSpPr>
          <p:spPr>
            <a:xfrm>
              <a:off x="5588542" y="440987"/>
              <a:ext cx="77820" cy="111868"/>
            </a:xfrm>
            <a:prstGeom prst="flowChartProcess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lowchart: Process 23">
              <a:extLst>
                <a:ext uri="{FF2B5EF4-FFF2-40B4-BE49-F238E27FC236}">
                  <a16:creationId xmlns:a16="http://schemas.microsoft.com/office/drawing/2014/main" id="{89585B4D-36AA-B9BC-F996-500C5D561398}"/>
                </a:ext>
              </a:extLst>
            </p:cNvPr>
            <p:cNvSpPr/>
            <p:nvPr/>
          </p:nvSpPr>
          <p:spPr>
            <a:xfrm>
              <a:off x="5588542" y="593387"/>
              <a:ext cx="77820" cy="111868"/>
            </a:xfrm>
            <a:prstGeom prst="flowChartProcess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lowchart: Process 24">
              <a:extLst>
                <a:ext uri="{FF2B5EF4-FFF2-40B4-BE49-F238E27FC236}">
                  <a16:creationId xmlns:a16="http://schemas.microsoft.com/office/drawing/2014/main" id="{27C43FE3-DB54-D49D-77B4-0092951411FF}"/>
                </a:ext>
              </a:extLst>
            </p:cNvPr>
            <p:cNvSpPr/>
            <p:nvPr/>
          </p:nvSpPr>
          <p:spPr>
            <a:xfrm>
              <a:off x="5588542" y="745787"/>
              <a:ext cx="77820" cy="111868"/>
            </a:xfrm>
            <a:prstGeom prst="flowChartProcess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2AE2C04-94E2-0680-8B1C-0B17E870D124}"/>
              </a:ext>
            </a:extLst>
          </p:cNvPr>
          <p:cNvGrpSpPr/>
          <p:nvPr/>
        </p:nvGrpSpPr>
        <p:grpSpPr>
          <a:xfrm>
            <a:off x="5964679" y="629866"/>
            <a:ext cx="77820" cy="416668"/>
            <a:chOff x="5588542" y="440987"/>
            <a:chExt cx="77820" cy="416668"/>
          </a:xfrm>
        </p:grpSpPr>
        <p:sp>
          <p:nvSpPr>
            <p:cNvPr id="29" name="Flowchart: Process 28">
              <a:extLst>
                <a:ext uri="{FF2B5EF4-FFF2-40B4-BE49-F238E27FC236}">
                  <a16:creationId xmlns:a16="http://schemas.microsoft.com/office/drawing/2014/main" id="{DEE58CDB-AD37-BE26-1976-536F511D41C6}"/>
                </a:ext>
              </a:extLst>
            </p:cNvPr>
            <p:cNvSpPr/>
            <p:nvPr/>
          </p:nvSpPr>
          <p:spPr>
            <a:xfrm>
              <a:off x="5588542" y="440987"/>
              <a:ext cx="77820" cy="111868"/>
            </a:xfrm>
            <a:prstGeom prst="flowChartProcess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lowchart: Process 29">
              <a:extLst>
                <a:ext uri="{FF2B5EF4-FFF2-40B4-BE49-F238E27FC236}">
                  <a16:creationId xmlns:a16="http://schemas.microsoft.com/office/drawing/2014/main" id="{CA180C8A-7683-12CB-F966-F2866D807246}"/>
                </a:ext>
              </a:extLst>
            </p:cNvPr>
            <p:cNvSpPr/>
            <p:nvPr/>
          </p:nvSpPr>
          <p:spPr>
            <a:xfrm>
              <a:off x="5588542" y="593387"/>
              <a:ext cx="77820" cy="111868"/>
            </a:xfrm>
            <a:prstGeom prst="flowChartProcess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lowchart: Process 30">
              <a:extLst>
                <a:ext uri="{FF2B5EF4-FFF2-40B4-BE49-F238E27FC236}">
                  <a16:creationId xmlns:a16="http://schemas.microsoft.com/office/drawing/2014/main" id="{EE748E46-69E1-1A35-CBFC-EA8B34E3F98F}"/>
                </a:ext>
              </a:extLst>
            </p:cNvPr>
            <p:cNvSpPr/>
            <p:nvPr/>
          </p:nvSpPr>
          <p:spPr>
            <a:xfrm>
              <a:off x="5588542" y="745787"/>
              <a:ext cx="77820" cy="111868"/>
            </a:xfrm>
            <a:prstGeom prst="flowChartProcess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283DFDB-A0EE-8021-CAB8-CEC1A6D6452B}"/>
              </a:ext>
            </a:extLst>
          </p:cNvPr>
          <p:cNvGrpSpPr/>
          <p:nvPr/>
        </p:nvGrpSpPr>
        <p:grpSpPr>
          <a:xfrm>
            <a:off x="6117079" y="800100"/>
            <a:ext cx="77820" cy="416668"/>
            <a:chOff x="5588542" y="440987"/>
            <a:chExt cx="77820" cy="416668"/>
          </a:xfrm>
        </p:grpSpPr>
        <p:sp>
          <p:nvSpPr>
            <p:cNvPr id="33" name="Flowchart: Process 32">
              <a:extLst>
                <a:ext uri="{FF2B5EF4-FFF2-40B4-BE49-F238E27FC236}">
                  <a16:creationId xmlns:a16="http://schemas.microsoft.com/office/drawing/2014/main" id="{9CB289AF-0C90-7073-CAFF-E82176CD0183}"/>
                </a:ext>
              </a:extLst>
            </p:cNvPr>
            <p:cNvSpPr/>
            <p:nvPr/>
          </p:nvSpPr>
          <p:spPr>
            <a:xfrm>
              <a:off x="5588542" y="440987"/>
              <a:ext cx="77820" cy="111868"/>
            </a:xfrm>
            <a:prstGeom prst="flowChartProcess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lowchart: Process 33">
              <a:extLst>
                <a:ext uri="{FF2B5EF4-FFF2-40B4-BE49-F238E27FC236}">
                  <a16:creationId xmlns:a16="http://schemas.microsoft.com/office/drawing/2014/main" id="{2B91F535-8DE1-C8AE-AB31-0050A61C0E0F}"/>
                </a:ext>
              </a:extLst>
            </p:cNvPr>
            <p:cNvSpPr/>
            <p:nvPr/>
          </p:nvSpPr>
          <p:spPr>
            <a:xfrm>
              <a:off x="5588542" y="593387"/>
              <a:ext cx="77820" cy="111868"/>
            </a:xfrm>
            <a:prstGeom prst="flowChartProcess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lowchart: Process 34">
              <a:extLst>
                <a:ext uri="{FF2B5EF4-FFF2-40B4-BE49-F238E27FC236}">
                  <a16:creationId xmlns:a16="http://schemas.microsoft.com/office/drawing/2014/main" id="{32D0C689-C510-E937-DBC0-E4D65EC3B65F}"/>
                </a:ext>
              </a:extLst>
            </p:cNvPr>
            <p:cNvSpPr/>
            <p:nvPr/>
          </p:nvSpPr>
          <p:spPr>
            <a:xfrm>
              <a:off x="5588542" y="745787"/>
              <a:ext cx="77820" cy="111868"/>
            </a:xfrm>
            <a:prstGeom prst="flowChartProcess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488D167-A168-CEEB-EA74-35EB15C112FF}"/>
              </a:ext>
            </a:extLst>
          </p:cNvPr>
          <p:cNvGrpSpPr/>
          <p:nvPr/>
        </p:nvGrpSpPr>
        <p:grpSpPr>
          <a:xfrm>
            <a:off x="4776280" y="1104900"/>
            <a:ext cx="1418619" cy="787940"/>
            <a:chOff x="4787629" y="192121"/>
            <a:chExt cx="1418619" cy="78794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2AB6441C-FB9F-FC26-DEE9-1C3F429D93D3}"/>
                </a:ext>
              </a:extLst>
            </p:cNvPr>
            <p:cNvSpPr/>
            <p:nvPr/>
          </p:nvSpPr>
          <p:spPr>
            <a:xfrm>
              <a:off x="4787629" y="288587"/>
              <a:ext cx="301561" cy="111868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807B96C-A8EB-80D0-50A6-4B89D1EC5D3C}"/>
                </a:ext>
              </a:extLst>
            </p:cNvPr>
            <p:cNvSpPr/>
            <p:nvPr/>
          </p:nvSpPr>
          <p:spPr>
            <a:xfrm>
              <a:off x="4787629" y="440987"/>
              <a:ext cx="301561" cy="111868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78EEA22D-FD29-995C-671C-70DCFD8F2ED0}"/>
                </a:ext>
              </a:extLst>
            </p:cNvPr>
            <p:cNvSpPr/>
            <p:nvPr/>
          </p:nvSpPr>
          <p:spPr>
            <a:xfrm>
              <a:off x="4787629" y="593387"/>
              <a:ext cx="301561" cy="111868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320C625-A5FB-1954-FE70-B92D58D0AA3B}"/>
                </a:ext>
              </a:extLst>
            </p:cNvPr>
            <p:cNvGrpSpPr/>
            <p:nvPr/>
          </p:nvGrpSpPr>
          <p:grpSpPr>
            <a:xfrm>
              <a:off x="5823628" y="192121"/>
              <a:ext cx="77820" cy="416668"/>
              <a:chOff x="5588542" y="440987"/>
              <a:chExt cx="77820" cy="416668"/>
            </a:xfrm>
          </p:grpSpPr>
          <p:sp>
            <p:nvSpPr>
              <p:cNvPr id="40" name="Flowchart: Process 39">
                <a:extLst>
                  <a:ext uri="{FF2B5EF4-FFF2-40B4-BE49-F238E27FC236}">
                    <a16:creationId xmlns:a16="http://schemas.microsoft.com/office/drawing/2014/main" id="{A46DDE3A-E20D-51DE-F2DF-CD3EABF3B845}"/>
                  </a:ext>
                </a:extLst>
              </p:cNvPr>
              <p:cNvSpPr/>
              <p:nvPr/>
            </p:nvSpPr>
            <p:spPr>
              <a:xfrm>
                <a:off x="5588542" y="4409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Flowchart: Process 40">
                <a:extLst>
                  <a:ext uri="{FF2B5EF4-FFF2-40B4-BE49-F238E27FC236}">
                    <a16:creationId xmlns:a16="http://schemas.microsoft.com/office/drawing/2014/main" id="{04A10E29-1878-F416-D5FE-66E58034C58C}"/>
                  </a:ext>
                </a:extLst>
              </p:cNvPr>
              <p:cNvSpPr/>
              <p:nvPr/>
            </p:nvSpPr>
            <p:spPr>
              <a:xfrm>
                <a:off x="5588542" y="5933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Flowchart: Process 41">
                <a:extLst>
                  <a:ext uri="{FF2B5EF4-FFF2-40B4-BE49-F238E27FC236}">
                    <a16:creationId xmlns:a16="http://schemas.microsoft.com/office/drawing/2014/main" id="{508F249B-F2D1-56D3-0BD0-DC9712275421}"/>
                  </a:ext>
                </a:extLst>
              </p:cNvPr>
              <p:cNvSpPr/>
              <p:nvPr/>
            </p:nvSpPr>
            <p:spPr>
              <a:xfrm>
                <a:off x="5588542" y="7457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1A45C14B-46AF-8F6B-40FA-97A8B21E9B31}"/>
                </a:ext>
              </a:extLst>
            </p:cNvPr>
            <p:cNvGrpSpPr/>
            <p:nvPr/>
          </p:nvGrpSpPr>
          <p:grpSpPr>
            <a:xfrm>
              <a:off x="5976028" y="393159"/>
              <a:ext cx="77820" cy="416668"/>
              <a:chOff x="5588542" y="440987"/>
              <a:chExt cx="77820" cy="416668"/>
            </a:xfrm>
          </p:grpSpPr>
          <p:sp>
            <p:nvSpPr>
              <p:cNvPr id="44" name="Flowchart: Process 43">
                <a:extLst>
                  <a:ext uri="{FF2B5EF4-FFF2-40B4-BE49-F238E27FC236}">
                    <a16:creationId xmlns:a16="http://schemas.microsoft.com/office/drawing/2014/main" id="{2E982BFD-BC2C-6886-B8EE-F8ABE7CDD045}"/>
                  </a:ext>
                </a:extLst>
              </p:cNvPr>
              <p:cNvSpPr/>
              <p:nvPr/>
            </p:nvSpPr>
            <p:spPr>
              <a:xfrm>
                <a:off x="5588542" y="4409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Flowchart: Process 44">
                <a:extLst>
                  <a:ext uri="{FF2B5EF4-FFF2-40B4-BE49-F238E27FC236}">
                    <a16:creationId xmlns:a16="http://schemas.microsoft.com/office/drawing/2014/main" id="{D2A56DC3-23D2-A20C-7163-0CCA4309E4BA}"/>
                  </a:ext>
                </a:extLst>
              </p:cNvPr>
              <p:cNvSpPr/>
              <p:nvPr/>
            </p:nvSpPr>
            <p:spPr>
              <a:xfrm>
                <a:off x="5588542" y="5933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Flowchart: Process 45">
                <a:extLst>
                  <a:ext uri="{FF2B5EF4-FFF2-40B4-BE49-F238E27FC236}">
                    <a16:creationId xmlns:a16="http://schemas.microsoft.com/office/drawing/2014/main" id="{29DBB51D-C8A7-2E5D-7D76-F4357263A88A}"/>
                  </a:ext>
                </a:extLst>
              </p:cNvPr>
              <p:cNvSpPr/>
              <p:nvPr/>
            </p:nvSpPr>
            <p:spPr>
              <a:xfrm>
                <a:off x="5588542" y="7457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D4332A80-5D41-2B30-CCE3-2AC5618ACEE2}"/>
                </a:ext>
              </a:extLst>
            </p:cNvPr>
            <p:cNvGrpSpPr/>
            <p:nvPr/>
          </p:nvGrpSpPr>
          <p:grpSpPr>
            <a:xfrm>
              <a:off x="6128428" y="563393"/>
              <a:ext cx="77820" cy="416668"/>
              <a:chOff x="5588542" y="440987"/>
              <a:chExt cx="77820" cy="416668"/>
            </a:xfrm>
          </p:grpSpPr>
          <p:sp>
            <p:nvSpPr>
              <p:cNvPr id="48" name="Flowchart: Process 47">
                <a:extLst>
                  <a:ext uri="{FF2B5EF4-FFF2-40B4-BE49-F238E27FC236}">
                    <a16:creationId xmlns:a16="http://schemas.microsoft.com/office/drawing/2014/main" id="{F56AF503-1410-6BED-B684-E19861610840}"/>
                  </a:ext>
                </a:extLst>
              </p:cNvPr>
              <p:cNvSpPr/>
              <p:nvPr/>
            </p:nvSpPr>
            <p:spPr>
              <a:xfrm>
                <a:off x="5588542" y="4409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Flowchart: Process 48">
                <a:extLst>
                  <a:ext uri="{FF2B5EF4-FFF2-40B4-BE49-F238E27FC236}">
                    <a16:creationId xmlns:a16="http://schemas.microsoft.com/office/drawing/2014/main" id="{5E24D199-37D4-BC5D-77AE-5C43D2BF9FBF}"/>
                  </a:ext>
                </a:extLst>
              </p:cNvPr>
              <p:cNvSpPr/>
              <p:nvPr/>
            </p:nvSpPr>
            <p:spPr>
              <a:xfrm>
                <a:off x="5588542" y="5933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Flowchart: Process 49">
                <a:extLst>
                  <a:ext uri="{FF2B5EF4-FFF2-40B4-BE49-F238E27FC236}">
                    <a16:creationId xmlns:a16="http://schemas.microsoft.com/office/drawing/2014/main" id="{22E91784-6F60-077B-AFB1-9C40B2461B58}"/>
                  </a:ext>
                </a:extLst>
              </p:cNvPr>
              <p:cNvSpPr/>
              <p:nvPr/>
            </p:nvSpPr>
            <p:spPr>
              <a:xfrm>
                <a:off x="5588542" y="7457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6BF124C-B8BB-D830-3C82-3C51A68AE703}"/>
              </a:ext>
            </a:extLst>
          </p:cNvPr>
          <p:cNvGrpSpPr/>
          <p:nvPr/>
        </p:nvGrpSpPr>
        <p:grpSpPr>
          <a:xfrm>
            <a:off x="4737370" y="1730712"/>
            <a:ext cx="1418619" cy="787940"/>
            <a:chOff x="4787629" y="192121"/>
            <a:chExt cx="1418619" cy="787940"/>
          </a:xfrm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C3F5FB30-2562-EE88-D770-E152ACAE343D}"/>
                </a:ext>
              </a:extLst>
            </p:cNvPr>
            <p:cNvSpPr/>
            <p:nvPr/>
          </p:nvSpPr>
          <p:spPr>
            <a:xfrm>
              <a:off x="4787629" y="288587"/>
              <a:ext cx="301561" cy="111868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5B5DEBF2-1025-4EBF-6F34-E017C864809F}"/>
                </a:ext>
              </a:extLst>
            </p:cNvPr>
            <p:cNvSpPr/>
            <p:nvPr/>
          </p:nvSpPr>
          <p:spPr>
            <a:xfrm>
              <a:off x="4787629" y="440987"/>
              <a:ext cx="301561" cy="111868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4E2684F7-8959-3EC7-CA31-722C12DD2999}"/>
                </a:ext>
              </a:extLst>
            </p:cNvPr>
            <p:cNvSpPr/>
            <p:nvPr/>
          </p:nvSpPr>
          <p:spPr>
            <a:xfrm>
              <a:off x="4787629" y="593387"/>
              <a:ext cx="301561" cy="111868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E69BF89F-2FF1-D91B-BEA9-38AE8D0CDF1F}"/>
                </a:ext>
              </a:extLst>
            </p:cNvPr>
            <p:cNvGrpSpPr/>
            <p:nvPr/>
          </p:nvGrpSpPr>
          <p:grpSpPr>
            <a:xfrm>
              <a:off x="5823628" y="192121"/>
              <a:ext cx="77820" cy="416668"/>
              <a:chOff x="5588542" y="440987"/>
              <a:chExt cx="77820" cy="416668"/>
            </a:xfrm>
          </p:grpSpPr>
          <p:sp>
            <p:nvSpPr>
              <p:cNvPr id="81" name="Flowchart: Process 80">
                <a:extLst>
                  <a:ext uri="{FF2B5EF4-FFF2-40B4-BE49-F238E27FC236}">
                    <a16:creationId xmlns:a16="http://schemas.microsoft.com/office/drawing/2014/main" id="{F7523E7B-3BD7-52FF-DA5B-86C91C4FA797}"/>
                  </a:ext>
                </a:extLst>
              </p:cNvPr>
              <p:cNvSpPr/>
              <p:nvPr/>
            </p:nvSpPr>
            <p:spPr>
              <a:xfrm>
                <a:off x="5588542" y="4409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Flowchart: Process 81">
                <a:extLst>
                  <a:ext uri="{FF2B5EF4-FFF2-40B4-BE49-F238E27FC236}">
                    <a16:creationId xmlns:a16="http://schemas.microsoft.com/office/drawing/2014/main" id="{C206F044-EA27-C70E-94C6-506C1F5BF514}"/>
                  </a:ext>
                </a:extLst>
              </p:cNvPr>
              <p:cNvSpPr/>
              <p:nvPr/>
            </p:nvSpPr>
            <p:spPr>
              <a:xfrm>
                <a:off x="5588542" y="5933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Flowchart: Process 82">
                <a:extLst>
                  <a:ext uri="{FF2B5EF4-FFF2-40B4-BE49-F238E27FC236}">
                    <a16:creationId xmlns:a16="http://schemas.microsoft.com/office/drawing/2014/main" id="{BE1A1580-804A-9AEA-AFAE-F0B4FB7A1633}"/>
                  </a:ext>
                </a:extLst>
              </p:cNvPr>
              <p:cNvSpPr/>
              <p:nvPr/>
            </p:nvSpPr>
            <p:spPr>
              <a:xfrm>
                <a:off x="5588542" y="7457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17D9120D-B4CD-49F7-6D97-518CDFBC0C8E}"/>
                </a:ext>
              </a:extLst>
            </p:cNvPr>
            <p:cNvGrpSpPr/>
            <p:nvPr/>
          </p:nvGrpSpPr>
          <p:grpSpPr>
            <a:xfrm>
              <a:off x="5976028" y="393159"/>
              <a:ext cx="77820" cy="416668"/>
              <a:chOff x="5588542" y="440987"/>
              <a:chExt cx="77820" cy="416668"/>
            </a:xfrm>
          </p:grpSpPr>
          <p:sp>
            <p:nvSpPr>
              <p:cNvPr id="78" name="Flowchart: Process 77">
                <a:extLst>
                  <a:ext uri="{FF2B5EF4-FFF2-40B4-BE49-F238E27FC236}">
                    <a16:creationId xmlns:a16="http://schemas.microsoft.com/office/drawing/2014/main" id="{52862E59-075F-756C-415D-F2F5135F2637}"/>
                  </a:ext>
                </a:extLst>
              </p:cNvPr>
              <p:cNvSpPr/>
              <p:nvPr/>
            </p:nvSpPr>
            <p:spPr>
              <a:xfrm>
                <a:off x="5588542" y="4409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Flowchart: Process 78">
                <a:extLst>
                  <a:ext uri="{FF2B5EF4-FFF2-40B4-BE49-F238E27FC236}">
                    <a16:creationId xmlns:a16="http://schemas.microsoft.com/office/drawing/2014/main" id="{A61B6F7D-55B9-F849-4603-31B5D0BA10DA}"/>
                  </a:ext>
                </a:extLst>
              </p:cNvPr>
              <p:cNvSpPr/>
              <p:nvPr/>
            </p:nvSpPr>
            <p:spPr>
              <a:xfrm>
                <a:off x="5588542" y="5933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Flowchart: Process 79">
                <a:extLst>
                  <a:ext uri="{FF2B5EF4-FFF2-40B4-BE49-F238E27FC236}">
                    <a16:creationId xmlns:a16="http://schemas.microsoft.com/office/drawing/2014/main" id="{76EB1DE9-2349-39F1-5FB2-F91D05B975AE}"/>
                  </a:ext>
                </a:extLst>
              </p:cNvPr>
              <p:cNvSpPr/>
              <p:nvPr/>
            </p:nvSpPr>
            <p:spPr>
              <a:xfrm>
                <a:off x="5588542" y="7457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DC75D031-91E6-008C-33CC-AF2781353884}"/>
                </a:ext>
              </a:extLst>
            </p:cNvPr>
            <p:cNvGrpSpPr/>
            <p:nvPr/>
          </p:nvGrpSpPr>
          <p:grpSpPr>
            <a:xfrm>
              <a:off x="6128428" y="563393"/>
              <a:ext cx="77820" cy="416668"/>
              <a:chOff x="5588542" y="440987"/>
              <a:chExt cx="77820" cy="416668"/>
            </a:xfrm>
          </p:grpSpPr>
          <p:sp>
            <p:nvSpPr>
              <p:cNvPr id="75" name="Flowchart: Process 74">
                <a:extLst>
                  <a:ext uri="{FF2B5EF4-FFF2-40B4-BE49-F238E27FC236}">
                    <a16:creationId xmlns:a16="http://schemas.microsoft.com/office/drawing/2014/main" id="{D93706C3-9434-15A0-0708-A56E35EF2F2D}"/>
                  </a:ext>
                </a:extLst>
              </p:cNvPr>
              <p:cNvSpPr/>
              <p:nvPr/>
            </p:nvSpPr>
            <p:spPr>
              <a:xfrm>
                <a:off x="5588542" y="4409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Flowchart: Process 75">
                <a:extLst>
                  <a:ext uri="{FF2B5EF4-FFF2-40B4-BE49-F238E27FC236}">
                    <a16:creationId xmlns:a16="http://schemas.microsoft.com/office/drawing/2014/main" id="{17B83D99-FB24-3479-DCBF-F10BFE73A08B}"/>
                  </a:ext>
                </a:extLst>
              </p:cNvPr>
              <p:cNvSpPr/>
              <p:nvPr/>
            </p:nvSpPr>
            <p:spPr>
              <a:xfrm>
                <a:off x="5588542" y="5933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Flowchart: Process 76">
                <a:extLst>
                  <a:ext uri="{FF2B5EF4-FFF2-40B4-BE49-F238E27FC236}">
                    <a16:creationId xmlns:a16="http://schemas.microsoft.com/office/drawing/2014/main" id="{575089F2-97C0-C20A-DE0F-BD9A8E8688B9}"/>
                  </a:ext>
                </a:extLst>
              </p:cNvPr>
              <p:cNvSpPr/>
              <p:nvPr/>
            </p:nvSpPr>
            <p:spPr>
              <a:xfrm>
                <a:off x="5588542" y="7457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CE33A74-AD33-027D-64A5-8F403FD50F2B}"/>
              </a:ext>
            </a:extLst>
          </p:cNvPr>
          <p:cNvGrpSpPr/>
          <p:nvPr/>
        </p:nvGrpSpPr>
        <p:grpSpPr>
          <a:xfrm>
            <a:off x="4721156" y="2384086"/>
            <a:ext cx="1418619" cy="787940"/>
            <a:chOff x="4787629" y="192121"/>
            <a:chExt cx="1418619" cy="787940"/>
          </a:xfrm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0CDAD0A4-650B-3FD4-82A4-5AF74F84A1DB}"/>
                </a:ext>
              </a:extLst>
            </p:cNvPr>
            <p:cNvSpPr/>
            <p:nvPr/>
          </p:nvSpPr>
          <p:spPr>
            <a:xfrm>
              <a:off x="4787629" y="288587"/>
              <a:ext cx="301561" cy="111868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75071B5D-F043-B26D-50F1-DEB7D338F9DE}"/>
                </a:ext>
              </a:extLst>
            </p:cNvPr>
            <p:cNvSpPr/>
            <p:nvPr/>
          </p:nvSpPr>
          <p:spPr>
            <a:xfrm>
              <a:off x="4787629" y="440987"/>
              <a:ext cx="301561" cy="111868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523C51F0-5187-092A-2830-C63C00FFC4EE}"/>
                </a:ext>
              </a:extLst>
            </p:cNvPr>
            <p:cNvSpPr/>
            <p:nvPr/>
          </p:nvSpPr>
          <p:spPr>
            <a:xfrm>
              <a:off x="4787629" y="593387"/>
              <a:ext cx="301561" cy="111868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B0F60F84-66DA-5E12-DCEE-3B09F6E520C7}"/>
                </a:ext>
              </a:extLst>
            </p:cNvPr>
            <p:cNvGrpSpPr/>
            <p:nvPr/>
          </p:nvGrpSpPr>
          <p:grpSpPr>
            <a:xfrm>
              <a:off x="5823628" y="192121"/>
              <a:ext cx="77820" cy="416668"/>
              <a:chOff x="5588542" y="440987"/>
              <a:chExt cx="77820" cy="416668"/>
            </a:xfrm>
          </p:grpSpPr>
          <p:sp>
            <p:nvSpPr>
              <p:cNvPr id="97" name="Flowchart: Process 96">
                <a:extLst>
                  <a:ext uri="{FF2B5EF4-FFF2-40B4-BE49-F238E27FC236}">
                    <a16:creationId xmlns:a16="http://schemas.microsoft.com/office/drawing/2014/main" id="{481A6C92-20A8-1CEF-3B54-8DCE82DFB5D8}"/>
                  </a:ext>
                </a:extLst>
              </p:cNvPr>
              <p:cNvSpPr/>
              <p:nvPr/>
            </p:nvSpPr>
            <p:spPr>
              <a:xfrm>
                <a:off x="5588542" y="4409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Flowchart: Process 97">
                <a:extLst>
                  <a:ext uri="{FF2B5EF4-FFF2-40B4-BE49-F238E27FC236}">
                    <a16:creationId xmlns:a16="http://schemas.microsoft.com/office/drawing/2014/main" id="{B44A7777-B8B0-90B1-DC72-D61F6A60DFAA}"/>
                  </a:ext>
                </a:extLst>
              </p:cNvPr>
              <p:cNvSpPr/>
              <p:nvPr/>
            </p:nvSpPr>
            <p:spPr>
              <a:xfrm>
                <a:off x="5588542" y="5933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Flowchart: Process 98">
                <a:extLst>
                  <a:ext uri="{FF2B5EF4-FFF2-40B4-BE49-F238E27FC236}">
                    <a16:creationId xmlns:a16="http://schemas.microsoft.com/office/drawing/2014/main" id="{0AB9F8FD-9019-2FA8-4D6F-CFF24F3058CB}"/>
                  </a:ext>
                </a:extLst>
              </p:cNvPr>
              <p:cNvSpPr/>
              <p:nvPr/>
            </p:nvSpPr>
            <p:spPr>
              <a:xfrm>
                <a:off x="5588542" y="7457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33CFB84D-8E34-56DA-5C69-C7B2F63441CC}"/>
                </a:ext>
              </a:extLst>
            </p:cNvPr>
            <p:cNvGrpSpPr/>
            <p:nvPr/>
          </p:nvGrpSpPr>
          <p:grpSpPr>
            <a:xfrm>
              <a:off x="5976028" y="393159"/>
              <a:ext cx="77820" cy="416668"/>
              <a:chOff x="5588542" y="440987"/>
              <a:chExt cx="77820" cy="416668"/>
            </a:xfrm>
          </p:grpSpPr>
          <p:sp>
            <p:nvSpPr>
              <p:cNvPr id="94" name="Flowchart: Process 93">
                <a:extLst>
                  <a:ext uri="{FF2B5EF4-FFF2-40B4-BE49-F238E27FC236}">
                    <a16:creationId xmlns:a16="http://schemas.microsoft.com/office/drawing/2014/main" id="{B5CA3109-E8F5-2831-7914-EC8A8A2EBCAD}"/>
                  </a:ext>
                </a:extLst>
              </p:cNvPr>
              <p:cNvSpPr/>
              <p:nvPr/>
            </p:nvSpPr>
            <p:spPr>
              <a:xfrm>
                <a:off x="5588542" y="4409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Flowchart: Process 94">
                <a:extLst>
                  <a:ext uri="{FF2B5EF4-FFF2-40B4-BE49-F238E27FC236}">
                    <a16:creationId xmlns:a16="http://schemas.microsoft.com/office/drawing/2014/main" id="{D2ABED78-3C93-5B5E-67F9-37E8B58B90B5}"/>
                  </a:ext>
                </a:extLst>
              </p:cNvPr>
              <p:cNvSpPr/>
              <p:nvPr/>
            </p:nvSpPr>
            <p:spPr>
              <a:xfrm>
                <a:off x="5588542" y="5933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Flowchart: Process 95">
                <a:extLst>
                  <a:ext uri="{FF2B5EF4-FFF2-40B4-BE49-F238E27FC236}">
                    <a16:creationId xmlns:a16="http://schemas.microsoft.com/office/drawing/2014/main" id="{48B8448E-6E50-1909-6CB2-C3A25CE92A6A}"/>
                  </a:ext>
                </a:extLst>
              </p:cNvPr>
              <p:cNvSpPr/>
              <p:nvPr/>
            </p:nvSpPr>
            <p:spPr>
              <a:xfrm>
                <a:off x="5588542" y="7457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3212F49B-A912-96A8-1B03-3F240398E939}"/>
                </a:ext>
              </a:extLst>
            </p:cNvPr>
            <p:cNvGrpSpPr/>
            <p:nvPr/>
          </p:nvGrpSpPr>
          <p:grpSpPr>
            <a:xfrm>
              <a:off x="6128428" y="563393"/>
              <a:ext cx="77820" cy="416668"/>
              <a:chOff x="5588542" y="440987"/>
              <a:chExt cx="77820" cy="416668"/>
            </a:xfrm>
          </p:grpSpPr>
          <p:sp>
            <p:nvSpPr>
              <p:cNvPr id="91" name="Flowchart: Process 90">
                <a:extLst>
                  <a:ext uri="{FF2B5EF4-FFF2-40B4-BE49-F238E27FC236}">
                    <a16:creationId xmlns:a16="http://schemas.microsoft.com/office/drawing/2014/main" id="{54009406-8AF1-8B73-03D1-3B12C78F2BDA}"/>
                  </a:ext>
                </a:extLst>
              </p:cNvPr>
              <p:cNvSpPr/>
              <p:nvPr/>
            </p:nvSpPr>
            <p:spPr>
              <a:xfrm>
                <a:off x="5588542" y="4409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Flowchart: Process 91">
                <a:extLst>
                  <a:ext uri="{FF2B5EF4-FFF2-40B4-BE49-F238E27FC236}">
                    <a16:creationId xmlns:a16="http://schemas.microsoft.com/office/drawing/2014/main" id="{6D1DC64F-042C-6116-6790-DBF77BF23367}"/>
                  </a:ext>
                </a:extLst>
              </p:cNvPr>
              <p:cNvSpPr/>
              <p:nvPr/>
            </p:nvSpPr>
            <p:spPr>
              <a:xfrm>
                <a:off x="5588542" y="5933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Flowchart: Process 92">
                <a:extLst>
                  <a:ext uri="{FF2B5EF4-FFF2-40B4-BE49-F238E27FC236}">
                    <a16:creationId xmlns:a16="http://schemas.microsoft.com/office/drawing/2014/main" id="{08CF8C60-8AB8-DE29-CE78-0CDE4C67678F}"/>
                  </a:ext>
                </a:extLst>
              </p:cNvPr>
              <p:cNvSpPr/>
              <p:nvPr/>
            </p:nvSpPr>
            <p:spPr>
              <a:xfrm>
                <a:off x="5588542" y="7457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2AD563EE-DEFE-8C05-D08E-D037D0CFCE58}"/>
              </a:ext>
            </a:extLst>
          </p:cNvPr>
          <p:cNvGrpSpPr/>
          <p:nvPr/>
        </p:nvGrpSpPr>
        <p:grpSpPr>
          <a:xfrm>
            <a:off x="4721156" y="3042324"/>
            <a:ext cx="1418619" cy="787940"/>
            <a:chOff x="4787629" y="192121"/>
            <a:chExt cx="1418619" cy="787940"/>
          </a:xfrm>
        </p:grpSpPr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F3516016-98B6-3B2E-4B05-50C2529AAA8E}"/>
                </a:ext>
              </a:extLst>
            </p:cNvPr>
            <p:cNvSpPr/>
            <p:nvPr/>
          </p:nvSpPr>
          <p:spPr>
            <a:xfrm>
              <a:off x="4787629" y="288587"/>
              <a:ext cx="301561" cy="111868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643F8A0E-E698-E6B9-924E-72A02CFB5D6E}"/>
                </a:ext>
              </a:extLst>
            </p:cNvPr>
            <p:cNvSpPr/>
            <p:nvPr/>
          </p:nvSpPr>
          <p:spPr>
            <a:xfrm>
              <a:off x="4787629" y="440987"/>
              <a:ext cx="301561" cy="111868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774BD86A-C49B-D1B2-86DD-DC26D6AE1B4F}"/>
                </a:ext>
              </a:extLst>
            </p:cNvPr>
            <p:cNvSpPr/>
            <p:nvPr/>
          </p:nvSpPr>
          <p:spPr>
            <a:xfrm>
              <a:off x="4787629" y="593387"/>
              <a:ext cx="301561" cy="111868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83B1DFDC-E4E7-4A68-EB78-67B1E857DBFE}"/>
                </a:ext>
              </a:extLst>
            </p:cNvPr>
            <p:cNvGrpSpPr/>
            <p:nvPr/>
          </p:nvGrpSpPr>
          <p:grpSpPr>
            <a:xfrm>
              <a:off x="5823628" y="192121"/>
              <a:ext cx="77820" cy="416668"/>
              <a:chOff x="5588542" y="440987"/>
              <a:chExt cx="77820" cy="416668"/>
            </a:xfrm>
          </p:grpSpPr>
          <p:sp>
            <p:nvSpPr>
              <p:cNvPr id="113" name="Flowchart: Process 112">
                <a:extLst>
                  <a:ext uri="{FF2B5EF4-FFF2-40B4-BE49-F238E27FC236}">
                    <a16:creationId xmlns:a16="http://schemas.microsoft.com/office/drawing/2014/main" id="{A3054506-9770-BB96-A594-42AEFDBA840F}"/>
                  </a:ext>
                </a:extLst>
              </p:cNvPr>
              <p:cNvSpPr/>
              <p:nvPr/>
            </p:nvSpPr>
            <p:spPr>
              <a:xfrm>
                <a:off x="5588542" y="4409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Flowchart: Process 113">
                <a:extLst>
                  <a:ext uri="{FF2B5EF4-FFF2-40B4-BE49-F238E27FC236}">
                    <a16:creationId xmlns:a16="http://schemas.microsoft.com/office/drawing/2014/main" id="{1F2917FA-F3F6-D298-1381-19EE0968A698}"/>
                  </a:ext>
                </a:extLst>
              </p:cNvPr>
              <p:cNvSpPr/>
              <p:nvPr/>
            </p:nvSpPr>
            <p:spPr>
              <a:xfrm>
                <a:off x="5588542" y="5933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Flowchart: Process 114">
                <a:extLst>
                  <a:ext uri="{FF2B5EF4-FFF2-40B4-BE49-F238E27FC236}">
                    <a16:creationId xmlns:a16="http://schemas.microsoft.com/office/drawing/2014/main" id="{30E5BFAF-D82D-208F-8DF2-B274F36536AE}"/>
                  </a:ext>
                </a:extLst>
              </p:cNvPr>
              <p:cNvSpPr/>
              <p:nvPr/>
            </p:nvSpPr>
            <p:spPr>
              <a:xfrm>
                <a:off x="5588542" y="7457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1EEE45DC-ABBD-49E0-2FFD-2B1F98A808C5}"/>
                </a:ext>
              </a:extLst>
            </p:cNvPr>
            <p:cNvGrpSpPr/>
            <p:nvPr/>
          </p:nvGrpSpPr>
          <p:grpSpPr>
            <a:xfrm>
              <a:off x="5976028" y="393159"/>
              <a:ext cx="77820" cy="416668"/>
              <a:chOff x="5588542" y="440987"/>
              <a:chExt cx="77820" cy="416668"/>
            </a:xfrm>
          </p:grpSpPr>
          <p:sp>
            <p:nvSpPr>
              <p:cNvPr id="110" name="Flowchart: Process 109">
                <a:extLst>
                  <a:ext uri="{FF2B5EF4-FFF2-40B4-BE49-F238E27FC236}">
                    <a16:creationId xmlns:a16="http://schemas.microsoft.com/office/drawing/2014/main" id="{23B1A25A-E066-DA9D-8DA9-7758879F35AB}"/>
                  </a:ext>
                </a:extLst>
              </p:cNvPr>
              <p:cNvSpPr/>
              <p:nvPr/>
            </p:nvSpPr>
            <p:spPr>
              <a:xfrm>
                <a:off x="5588542" y="4409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Flowchart: Process 110">
                <a:extLst>
                  <a:ext uri="{FF2B5EF4-FFF2-40B4-BE49-F238E27FC236}">
                    <a16:creationId xmlns:a16="http://schemas.microsoft.com/office/drawing/2014/main" id="{B3602CB3-3346-DC90-B327-EBE4752097D6}"/>
                  </a:ext>
                </a:extLst>
              </p:cNvPr>
              <p:cNvSpPr/>
              <p:nvPr/>
            </p:nvSpPr>
            <p:spPr>
              <a:xfrm>
                <a:off x="5588542" y="5933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Flowchart: Process 111">
                <a:extLst>
                  <a:ext uri="{FF2B5EF4-FFF2-40B4-BE49-F238E27FC236}">
                    <a16:creationId xmlns:a16="http://schemas.microsoft.com/office/drawing/2014/main" id="{016613E0-175A-C524-0667-727B48BFB77F}"/>
                  </a:ext>
                </a:extLst>
              </p:cNvPr>
              <p:cNvSpPr/>
              <p:nvPr/>
            </p:nvSpPr>
            <p:spPr>
              <a:xfrm>
                <a:off x="5588542" y="7457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D0328494-3B30-9E26-042E-145E974B384C}"/>
                </a:ext>
              </a:extLst>
            </p:cNvPr>
            <p:cNvGrpSpPr/>
            <p:nvPr/>
          </p:nvGrpSpPr>
          <p:grpSpPr>
            <a:xfrm>
              <a:off x="6128428" y="563393"/>
              <a:ext cx="77820" cy="416668"/>
              <a:chOff x="5588542" y="440987"/>
              <a:chExt cx="77820" cy="416668"/>
            </a:xfrm>
          </p:grpSpPr>
          <p:sp>
            <p:nvSpPr>
              <p:cNvPr id="107" name="Flowchart: Process 106">
                <a:extLst>
                  <a:ext uri="{FF2B5EF4-FFF2-40B4-BE49-F238E27FC236}">
                    <a16:creationId xmlns:a16="http://schemas.microsoft.com/office/drawing/2014/main" id="{7CE94087-8F80-54F0-662F-BB1F806CC2FA}"/>
                  </a:ext>
                </a:extLst>
              </p:cNvPr>
              <p:cNvSpPr/>
              <p:nvPr/>
            </p:nvSpPr>
            <p:spPr>
              <a:xfrm>
                <a:off x="5588542" y="4409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Flowchart: Process 107">
                <a:extLst>
                  <a:ext uri="{FF2B5EF4-FFF2-40B4-BE49-F238E27FC236}">
                    <a16:creationId xmlns:a16="http://schemas.microsoft.com/office/drawing/2014/main" id="{52084668-3C4D-5937-A376-D1489217D860}"/>
                  </a:ext>
                </a:extLst>
              </p:cNvPr>
              <p:cNvSpPr/>
              <p:nvPr/>
            </p:nvSpPr>
            <p:spPr>
              <a:xfrm>
                <a:off x="5588542" y="5933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Flowchart: Process 108">
                <a:extLst>
                  <a:ext uri="{FF2B5EF4-FFF2-40B4-BE49-F238E27FC236}">
                    <a16:creationId xmlns:a16="http://schemas.microsoft.com/office/drawing/2014/main" id="{6E3D987F-BDC9-6158-0272-07A032F6EF0C}"/>
                  </a:ext>
                </a:extLst>
              </p:cNvPr>
              <p:cNvSpPr/>
              <p:nvPr/>
            </p:nvSpPr>
            <p:spPr>
              <a:xfrm>
                <a:off x="5588542" y="7457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EA6666F9-74DA-6F03-AECD-C5238D712501}"/>
              </a:ext>
            </a:extLst>
          </p:cNvPr>
          <p:cNvGrpSpPr/>
          <p:nvPr/>
        </p:nvGrpSpPr>
        <p:grpSpPr>
          <a:xfrm>
            <a:off x="4698460" y="3686787"/>
            <a:ext cx="1418619" cy="787940"/>
            <a:chOff x="4787629" y="192121"/>
            <a:chExt cx="1418619" cy="787940"/>
          </a:xfrm>
        </p:grpSpPr>
        <p:sp>
          <p:nvSpPr>
            <p:cNvPr id="117" name="Rectangle: Rounded Corners 116">
              <a:extLst>
                <a:ext uri="{FF2B5EF4-FFF2-40B4-BE49-F238E27FC236}">
                  <a16:creationId xmlns:a16="http://schemas.microsoft.com/office/drawing/2014/main" id="{F0E6416C-1823-09CF-3938-ACF1AEEBBD6F}"/>
                </a:ext>
              </a:extLst>
            </p:cNvPr>
            <p:cNvSpPr/>
            <p:nvPr/>
          </p:nvSpPr>
          <p:spPr>
            <a:xfrm>
              <a:off x="4787629" y="288587"/>
              <a:ext cx="301561" cy="111868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: Rounded Corners 117">
              <a:extLst>
                <a:ext uri="{FF2B5EF4-FFF2-40B4-BE49-F238E27FC236}">
                  <a16:creationId xmlns:a16="http://schemas.microsoft.com/office/drawing/2014/main" id="{0CC8AD92-3834-ED05-3298-E72C298D75AB}"/>
                </a:ext>
              </a:extLst>
            </p:cNvPr>
            <p:cNvSpPr/>
            <p:nvPr/>
          </p:nvSpPr>
          <p:spPr>
            <a:xfrm>
              <a:off x="4787629" y="440987"/>
              <a:ext cx="301561" cy="111868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E1A584B7-0A52-5DDC-5A95-822AE36BD5D4}"/>
                </a:ext>
              </a:extLst>
            </p:cNvPr>
            <p:cNvSpPr/>
            <p:nvPr/>
          </p:nvSpPr>
          <p:spPr>
            <a:xfrm>
              <a:off x="4787629" y="593387"/>
              <a:ext cx="301561" cy="111868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C297B8E1-FF45-31C0-8D72-C63330C847D5}"/>
                </a:ext>
              </a:extLst>
            </p:cNvPr>
            <p:cNvGrpSpPr/>
            <p:nvPr/>
          </p:nvGrpSpPr>
          <p:grpSpPr>
            <a:xfrm>
              <a:off x="5823628" y="192121"/>
              <a:ext cx="77820" cy="416668"/>
              <a:chOff x="5588542" y="440987"/>
              <a:chExt cx="77820" cy="416668"/>
            </a:xfrm>
          </p:grpSpPr>
          <p:sp>
            <p:nvSpPr>
              <p:cNvPr id="129" name="Flowchart: Process 128">
                <a:extLst>
                  <a:ext uri="{FF2B5EF4-FFF2-40B4-BE49-F238E27FC236}">
                    <a16:creationId xmlns:a16="http://schemas.microsoft.com/office/drawing/2014/main" id="{DC39E775-EF30-4B27-6BE2-BF2C0CD97337}"/>
                  </a:ext>
                </a:extLst>
              </p:cNvPr>
              <p:cNvSpPr/>
              <p:nvPr/>
            </p:nvSpPr>
            <p:spPr>
              <a:xfrm>
                <a:off x="5588542" y="4409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Flowchart: Process 129">
                <a:extLst>
                  <a:ext uri="{FF2B5EF4-FFF2-40B4-BE49-F238E27FC236}">
                    <a16:creationId xmlns:a16="http://schemas.microsoft.com/office/drawing/2014/main" id="{38D2FCA8-D860-F25A-B9D1-78786268FDE9}"/>
                  </a:ext>
                </a:extLst>
              </p:cNvPr>
              <p:cNvSpPr/>
              <p:nvPr/>
            </p:nvSpPr>
            <p:spPr>
              <a:xfrm>
                <a:off x="5588542" y="5933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Flowchart: Process 130">
                <a:extLst>
                  <a:ext uri="{FF2B5EF4-FFF2-40B4-BE49-F238E27FC236}">
                    <a16:creationId xmlns:a16="http://schemas.microsoft.com/office/drawing/2014/main" id="{1B45ACA0-7E27-BE1C-94A7-097BDD5CA80D}"/>
                  </a:ext>
                </a:extLst>
              </p:cNvPr>
              <p:cNvSpPr/>
              <p:nvPr/>
            </p:nvSpPr>
            <p:spPr>
              <a:xfrm>
                <a:off x="5588542" y="7457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F75D8A31-E40A-D290-43D3-9DB7F16FE9E7}"/>
                </a:ext>
              </a:extLst>
            </p:cNvPr>
            <p:cNvGrpSpPr/>
            <p:nvPr/>
          </p:nvGrpSpPr>
          <p:grpSpPr>
            <a:xfrm>
              <a:off x="5976028" y="393159"/>
              <a:ext cx="77820" cy="416668"/>
              <a:chOff x="5588542" y="440987"/>
              <a:chExt cx="77820" cy="416668"/>
            </a:xfrm>
          </p:grpSpPr>
          <p:sp>
            <p:nvSpPr>
              <p:cNvPr id="126" name="Flowchart: Process 125">
                <a:extLst>
                  <a:ext uri="{FF2B5EF4-FFF2-40B4-BE49-F238E27FC236}">
                    <a16:creationId xmlns:a16="http://schemas.microsoft.com/office/drawing/2014/main" id="{AD68AE46-17B3-2F65-4550-342C09FD277D}"/>
                  </a:ext>
                </a:extLst>
              </p:cNvPr>
              <p:cNvSpPr/>
              <p:nvPr/>
            </p:nvSpPr>
            <p:spPr>
              <a:xfrm>
                <a:off x="5588542" y="4409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Flowchart: Process 126">
                <a:extLst>
                  <a:ext uri="{FF2B5EF4-FFF2-40B4-BE49-F238E27FC236}">
                    <a16:creationId xmlns:a16="http://schemas.microsoft.com/office/drawing/2014/main" id="{623E2023-44F6-2C1B-5371-03F4856F1513}"/>
                  </a:ext>
                </a:extLst>
              </p:cNvPr>
              <p:cNvSpPr/>
              <p:nvPr/>
            </p:nvSpPr>
            <p:spPr>
              <a:xfrm>
                <a:off x="5588542" y="5933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Flowchart: Process 127">
                <a:extLst>
                  <a:ext uri="{FF2B5EF4-FFF2-40B4-BE49-F238E27FC236}">
                    <a16:creationId xmlns:a16="http://schemas.microsoft.com/office/drawing/2014/main" id="{330F4F6E-D6DF-E75F-D40B-6D61003C2471}"/>
                  </a:ext>
                </a:extLst>
              </p:cNvPr>
              <p:cNvSpPr/>
              <p:nvPr/>
            </p:nvSpPr>
            <p:spPr>
              <a:xfrm>
                <a:off x="5588542" y="7457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99794295-80A5-A26F-3C1D-97CE17D2ECBF}"/>
                </a:ext>
              </a:extLst>
            </p:cNvPr>
            <p:cNvGrpSpPr/>
            <p:nvPr/>
          </p:nvGrpSpPr>
          <p:grpSpPr>
            <a:xfrm>
              <a:off x="6128428" y="563393"/>
              <a:ext cx="77820" cy="416668"/>
              <a:chOff x="5588542" y="440987"/>
              <a:chExt cx="77820" cy="416668"/>
            </a:xfrm>
          </p:grpSpPr>
          <p:sp>
            <p:nvSpPr>
              <p:cNvPr id="123" name="Flowchart: Process 122">
                <a:extLst>
                  <a:ext uri="{FF2B5EF4-FFF2-40B4-BE49-F238E27FC236}">
                    <a16:creationId xmlns:a16="http://schemas.microsoft.com/office/drawing/2014/main" id="{C0D0E742-A3E4-205D-4987-E41E791FB94B}"/>
                  </a:ext>
                </a:extLst>
              </p:cNvPr>
              <p:cNvSpPr/>
              <p:nvPr/>
            </p:nvSpPr>
            <p:spPr>
              <a:xfrm>
                <a:off x="5588542" y="4409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Flowchart: Process 123">
                <a:extLst>
                  <a:ext uri="{FF2B5EF4-FFF2-40B4-BE49-F238E27FC236}">
                    <a16:creationId xmlns:a16="http://schemas.microsoft.com/office/drawing/2014/main" id="{BF645BF1-34F2-3F80-CFE2-3F19BBDD7534}"/>
                  </a:ext>
                </a:extLst>
              </p:cNvPr>
              <p:cNvSpPr/>
              <p:nvPr/>
            </p:nvSpPr>
            <p:spPr>
              <a:xfrm>
                <a:off x="5588542" y="5933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Flowchart: Process 124">
                <a:extLst>
                  <a:ext uri="{FF2B5EF4-FFF2-40B4-BE49-F238E27FC236}">
                    <a16:creationId xmlns:a16="http://schemas.microsoft.com/office/drawing/2014/main" id="{BDAE5616-A364-0911-68AB-2F94EFD4DC00}"/>
                  </a:ext>
                </a:extLst>
              </p:cNvPr>
              <p:cNvSpPr/>
              <p:nvPr/>
            </p:nvSpPr>
            <p:spPr>
              <a:xfrm>
                <a:off x="5588542" y="7457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33D55E4F-7400-0554-0901-938E14238534}"/>
              </a:ext>
            </a:extLst>
          </p:cNvPr>
          <p:cNvGrpSpPr/>
          <p:nvPr/>
        </p:nvGrpSpPr>
        <p:grpSpPr>
          <a:xfrm>
            <a:off x="4698460" y="4323131"/>
            <a:ext cx="1418619" cy="787940"/>
            <a:chOff x="4787629" y="192121"/>
            <a:chExt cx="1418619" cy="787940"/>
          </a:xfrm>
        </p:grpSpPr>
        <p:sp>
          <p:nvSpPr>
            <p:cNvPr id="133" name="Rectangle: Rounded Corners 132">
              <a:extLst>
                <a:ext uri="{FF2B5EF4-FFF2-40B4-BE49-F238E27FC236}">
                  <a16:creationId xmlns:a16="http://schemas.microsoft.com/office/drawing/2014/main" id="{CD3A3A27-D621-C828-350F-306B8E764B87}"/>
                </a:ext>
              </a:extLst>
            </p:cNvPr>
            <p:cNvSpPr/>
            <p:nvPr/>
          </p:nvSpPr>
          <p:spPr>
            <a:xfrm>
              <a:off x="4787629" y="288587"/>
              <a:ext cx="301561" cy="111868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BB242825-D93D-9CF2-C68F-6C26B1EB494B}"/>
                </a:ext>
              </a:extLst>
            </p:cNvPr>
            <p:cNvSpPr/>
            <p:nvPr/>
          </p:nvSpPr>
          <p:spPr>
            <a:xfrm>
              <a:off x="4787629" y="440987"/>
              <a:ext cx="301561" cy="111868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: Rounded Corners 134">
              <a:extLst>
                <a:ext uri="{FF2B5EF4-FFF2-40B4-BE49-F238E27FC236}">
                  <a16:creationId xmlns:a16="http://schemas.microsoft.com/office/drawing/2014/main" id="{1B262796-A8F1-BA31-6379-36F331BA801A}"/>
                </a:ext>
              </a:extLst>
            </p:cNvPr>
            <p:cNvSpPr/>
            <p:nvPr/>
          </p:nvSpPr>
          <p:spPr>
            <a:xfrm>
              <a:off x="4787629" y="593387"/>
              <a:ext cx="301561" cy="111868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42F0E8B7-C87D-BB98-318B-DEDAEF797571}"/>
                </a:ext>
              </a:extLst>
            </p:cNvPr>
            <p:cNvGrpSpPr/>
            <p:nvPr/>
          </p:nvGrpSpPr>
          <p:grpSpPr>
            <a:xfrm>
              <a:off x="5823628" y="192121"/>
              <a:ext cx="77820" cy="416668"/>
              <a:chOff x="5588542" y="440987"/>
              <a:chExt cx="77820" cy="416668"/>
            </a:xfrm>
          </p:grpSpPr>
          <p:sp>
            <p:nvSpPr>
              <p:cNvPr id="145" name="Flowchart: Process 144">
                <a:extLst>
                  <a:ext uri="{FF2B5EF4-FFF2-40B4-BE49-F238E27FC236}">
                    <a16:creationId xmlns:a16="http://schemas.microsoft.com/office/drawing/2014/main" id="{8823FA7D-501C-173B-0169-5F57A91BA511}"/>
                  </a:ext>
                </a:extLst>
              </p:cNvPr>
              <p:cNvSpPr/>
              <p:nvPr/>
            </p:nvSpPr>
            <p:spPr>
              <a:xfrm>
                <a:off x="5588542" y="4409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Flowchart: Process 145">
                <a:extLst>
                  <a:ext uri="{FF2B5EF4-FFF2-40B4-BE49-F238E27FC236}">
                    <a16:creationId xmlns:a16="http://schemas.microsoft.com/office/drawing/2014/main" id="{A7CDDA2C-02CF-15AA-DFF2-4E2FE7AA39A2}"/>
                  </a:ext>
                </a:extLst>
              </p:cNvPr>
              <p:cNvSpPr/>
              <p:nvPr/>
            </p:nvSpPr>
            <p:spPr>
              <a:xfrm>
                <a:off x="5588542" y="5933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Flowchart: Process 146">
                <a:extLst>
                  <a:ext uri="{FF2B5EF4-FFF2-40B4-BE49-F238E27FC236}">
                    <a16:creationId xmlns:a16="http://schemas.microsoft.com/office/drawing/2014/main" id="{A43FC068-31E4-1024-250B-9AB81ACAC196}"/>
                  </a:ext>
                </a:extLst>
              </p:cNvPr>
              <p:cNvSpPr/>
              <p:nvPr/>
            </p:nvSpPr>
            <p:spPr>
              <a:xfrm>
                <a:off x="5588542" y="7457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AF692950-EA76-506B-15C3-936692A5BC65}"/>
                </a:ext>
              </a:extLst>
            </p:cNvPr>
            <p:cNvGrpSpPr/>
            <p:nvPr/>
          </p:nvGrpSpPr>
          <p:grpSpPr>
            <a:xfrm>
              <a:off x="5976028" y="393159"/>
              <a:ext cx="77820" cy="416668"/>
              <a:chOff x="5588542" y="440987"/>
              <a:chExt cx="77820" cy="416668"/>
            </a:xfrm>
          </p:grpSpPr>
          <p:sp>
            <p:nvSpPr>
              <p:cNvPr id="142" name="Flowchart: Process 141">
                <a:extLst>
                  <a:ext uri="{FF2B5EF4-FFF2-40B4-BE49-F238E27FC236}">
                    <a16:creationId xmlns:a16="http://schemas.microsoft.com/office/drawing/2014/main" id="{D3305477-B997-3679-2805-64411E946DAA}"/>
                  </a:ext>
                </a:extLst>
              </p:cNvPr>
              <p:cNvSpPr/>
              <p:nvPr/>
            </p:nvSpPr>
            <p:spPr>
              <a:xfrm>
                <a:off x="5588542" y="4409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Flowchart: Process 142">
                <a:extLst>
                  <a:ext uri="{FF2B5EF4-FFF2-40B4-BE49-F238E27FC236}">
                    <a16:creationId xmlns:a16="http://schemas.microsoft.com/office/drawing/2014/main" id="{8412C827-36EE-5C6A-16F7-B799677BCF43}"/>
                  </a:ext>
                </a:extLst>
              </p:cNvPr>
              <p:cNvSpPr/>
              <p:nvPr/>
            </p:nvSpPr>
            <p:spPr>
              <a:xfrm>
                <a:off x="5588542" y="5933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Flowchart: Process 143">
                <a:extLst>
                  <a:ext uri="{FF2B5EF4-FFF2-40B4-BE49-F238E27FC236}">
                    <a16:creationId xmlns:a16="http://schemas.microsoft.com/office/drawing/2014/main" id="{090AB0CF-FE39-275D-1526-246D4173C994}"/>
                  </a:ext>
                </a:extLst>
              </p:cNvPr>
              <p:cNvSpPr/>
              <p:nvPr/>
            </p:nvSpPr>
            <p:spPr>
              <a:xfrm>
                <a:off x="5588542" y="7457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235A83BD-0D3F-BFBC-CDD9-ED21039EF33D}"/>
                </a:ext>
              </a:extLst>
            </p:cNvPr>
            <p:cNvGrpSpPr/>
            <p:nvPr/>
          </p:nvGrpSpPr>
          <p:grpSpPr>
            <a:xfrm>
              <a:off x="6128428" y="563393"/>
              <a:ext cx="77820" cy="416668"/>
              <a:chOff x="5588542" y="440987"/>
              <a:chExt cx="77820" cy="416668"/>
            </a:xfrm>
          </p:grpSpPr>
          <p:sp>
            <p:nvSpPr>
              <p:cNvPr id="139" name="Flowchart: Process 138">
                <a:extLst>
                  <a:ext uri="{FF2B5EF4-FFF2-40B4-BE49-F238E27FC236}">
                    <a16:creationId xmlns:a16="http://schemas.microsoft.com/office/drawing/2014/main" id="{F97773C2-7BCD-1DCA-8EF5-6C0E54F60655}"/>
                  </a:ext>
                </a:extLst>
              </p:cNvPr>
              <p:cNvSpPr/>
              <p:nvPr/>
            </p:nvSpPr>
            <p:spPr>
              <a:xfrm>
                <a:off x="5588542" y="4409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Flowchart: Process 139">
                <a:extLst>
                  <a:ext uri="{FF2B5EF4-FFF2-40B4-BE49-F238E27FC236}">
                    <a16:creationId xmlns:a16="http://schemas.microsoft.com/office/drawing/2014/main" id="{8A13EABD-05DC-69EE-F8DC-E5033A63D869}"/>
                  </a:ext>
                </a:extLst>
              </p:cNvPr>
              <p:cNvSpPr/>
              <p:nvPr/>
            </p:nvSpPr>
            <p:spPr>
              <a:xfrm>
                <a:off x="5588542" y="5933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Flowchart: Process 140">
                <a:extLst>
                  <a:ext uri="{FF2B5EF4-FFF2-40B4-BE49-F238E27FC236}">
                    <a16:creationId xmlns:a16="http://schemas.microsoft.com/office/drawing/2014/main" id="{CD2995D8-F127-2DC8-05AF-58C622ADAF3C}"/>
                  </a:ext>
                </a:extLst>
              </p:cNvPr>
              <p:cNvSpPr/>
              <p:nvPr/>
            </p:nvSpPr>
            <p:spPr>
              <a:xfrm>
                <a:off x="5588542" y="7457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71CA8063-DCCD-117D-A705-885C78F537D4}"/>
              </a:ext>
            </a:extLst>
          </p:cNvPr>
          <p:cNvGrpSpPr/>
          <p:nvPr/>
        </p:nvGrpSpPr>
        <p:grpSpPr>
          <a:xfrm>
            <a:off x="4698460" y="5007311"/>
            <a:ext cx="1418619" cy="787940"/>
            <a:chOff x="4787629" y="192121"/>
            <a:chExt cx="1418619" cy="787940"/>
          </a:xfrm>
        </p:grpSpPr>
        <p:sp>
          <p:nvSpPr>
            <p:cNvPr id="149" name="Rectangle: Rounded Corners 148">
              <a:extLst>
                <a:ext uri="{FF2B5EF4-FFF2-40B4-BE49-F238E27FC236}">
                  <a16:creationId xmlns:a16="http://schemas.microsoft.com/office/drawing/2014/main" id="{4F744450-F0ED-276B-9270-80CE394199EE}"/>
                </a:ext>
              </a:extLst>
            </p:cNvPr>
            <p:cNvSpPr/>
            <p:nvPr/>
          </p:nvSpPr>
          <p:spPr>
            <a:xfrm>
              <a:off x="4787629" y="288587"/>
              <a:ext cx="301561" cy="111868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: Rounded Corners 149">
              <a:extLst>
                <a:ext uri="{FF2B5EF4-FFF2-40B4-BE49-F238E27FC236}">
                  <a16:creationId xmlns:a16="http://schemas.microsoft.com/office/drawing/2014/main" id="{68AFDEEB-A39B-DA35-ECC7-E3B9007C31E1}"/>
                </a:ext>
              </a:extLst>
            </p:cNvPr>
            <p:cNvSpPr/>
            <p:nvPr/>
          </p:nvSpPr>
          <p:spPr>
            <a:xfrm>
              <a:off x="4787629" y="440987"/>
              <a:ext cx="301561" cy="111868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: Rounded Corners 150">
              <a:extLst>
                <a:ext uri="{FF2B5EF4-FFF2-40B4-BE49-F238E27FC236}">
                  <a16:creationId xmlns:a16="http://schemas.microsoft.com/office/drawing/2014/main" id="{4A00CBDF-E905-95D0-9D99-6BC435847F6E}"/>
                </a:ext>
              </a:extLst>
            </p:cNvPr>
            <p:cNvSpPr/>
            <p:nvPr/>
          </p:nvSpPr>
          <p:spPr>
            <a:xfrm>
              <a:off x="4787629" y="593387"/>
              <a:ext cx="301561" cy="111868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33677EF1-85D3-5322-75F0-261E11FA1B85}"/>
                </a:ext>
              </a:extLst>
            </p:cNvPr>
            <p:cNvGrpSpPr/>
            <p:nvPr/>
          </p:nvGrpSpPr>
          <p:grpSpPr>
            <a:xfrm>
              <a:off x="5823628" y="192121"/>
              <a:ext cx="77820" cy="416668"/>
              <a:chOff x="5588542" y="440987"/>
              <a:chExt cx="77820" cy="416668"/>
            </a:xfrm>
          </p:grpSpPr>
          <p:sp>
            <p:nvSpPr>
              <p:cNvPr id="161" name="Flowchart: Process 160">
                <a:extLst>
                  <a:ext uri="{FF2B5EF4-FFF2-40B4-BE49-F238E27FC236}">
                    <a16:creationId xmlns:a16="http://schemas.microsoft.com/office/drawing/2014/main" id="{3E1773D0-ED4E-6449-2CFA-5D2CDEF282C8}"/>
                  </a:ext>
                </a:extLst>
              </p:cNvPr>
              <p:cNvSpPr/>
              <p:nvPr/>
            </p:nvSpPr>
            <p:spPr>
              <a:xfrm>
                <a:off x="5588542" y="4409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Flowchart: Process 161">
                <a:extLst>
                  <a:ext uri="{FF2B5EF4-FFF2-40B4-BE49-F238E27FC236}">
                    <a16:creationId xmlns:a16="http://schemas.microsoft.com/office/drawing/2014/main" id="{1CE7072A-B985-7A6C-B106-A90708D2CDFE}"/>
                  </a:ext>
                </a:extLst>
              </p:cNvPr>
              <p:cNvSpPr/>
              <p:nvPr/>
            </p:nvSpPr>
            <p:spPr>
              <a:xfrm>
                <a:off x="5588542" y="5933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Flowchart: Process 162">
                <a:extLst>
                  <a:ext uri="{FF2B5EF4-FFF2-40B4-BE49-F238E27FC236}">
                    <a16:creationId xmlns:a16="http://schemas.microsoft.com/office/drawing/2014/main" id="{7154AEA7-EA0E-0990-3AD1-E83224E65DC8}"/>
                  </a:ext>
                </a:extLst>
              </p:cNvPr>
              <p:cNvSpPr/>
              <p:nvPr/>
            </p:nvSpPr>
            <p:spPr>
              <a:xfrm>
                <a:off x="5588542" y="7457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BEFFF53D-3237-DE4A-A06C-296C133FDF4D}"/>
                </a:ext>
              </a:extLst>
            </p:cNvPr>
            <p:cNvGrpSpPr/>
            <p:nvPr/>
          </p:nvGrpSpPr>
          <p:grpSpPr>
            <a:xfrm>
              <a:off x="5976028" y="393159"/>
              <a:ext cx="77820" cy="416668"/>
              <a:chOff x="5588542" y="440987"/>
              <a:chExt cx="77820" cy="416668"/>
            </a:xfrm>
          </p:grpSpPr>
          <p:sp>
            <p:nvSpPr>
              <p:cNvPr id="158" name="Flowchart: Process 157">
                <a:extLst>
                  <a:ext uri="{FF2B5EF4-FFF2-40B4-BE49-F238E27FC236}">
                    <a16:creationId xmlns:a16="http://schemas.microsoft.com/office/drawing/2014/main" id="{37F20D7D-71D8-AC71-2B4C-C85A69A1B345}"/>
                  </a:ext>
                </a:extLst>
              </p:cNvPr>
              <p:cNvSpPr/>
              <p:nvPr/>
            </p:nvSpPr>
            <p:spPr>
              <a:xfrm>
                <a:off x="5588542" y="4409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Flowchart: Process 158">
                <a:extLst>
                  <a:ext uri="{FF2B5EF4-FFF2-40B4-BE49-F238E27FC236}">
                    <a16:creationId xmlns:a16="http://schemas.microsoft.com/office/drawing/2014/main" id="{DC04D5CC-4E53-D801-1391-42393CAEA594}"/>
                  </a:ext>
                </a:extLst>
              </p:cNvPr>
              <p:cNvSpPr/>
              <p:nvPr/>
            </p:nvSpPr>
            <p:spPr>
              <a:xfrm>
                <a:off x="5588542" y="5933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Flowchart: Process 159">
                <a:extLst>
                  <a:ext uri="{FF2B5EF4-FFF2-40B4-BE49-F238E27FC236}">
                    <a16:creationId xmlns:a16="http://schemas.microsoft.com/office/drawing/2014/main" id="{0127FEF9-64C7-8ACE-BD1D-6EF9FDDA9DC5}"/>
                  </a:ext>
                </a:extLst>
              </p:cNvPr>
              <p:cNvSpPr/>
              <p:nvPr/>
            </p:nvSpPr>
            <p:spPr>
              <a:xfrm>
                <a:off x="5588542" y="7457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EB1EDA70-5522-E5CA-4D7B-55775459E76F}"/>
                </a:ext>
              </a:extLst>
            </p:cNvPr>
            <p:cNvGrpSpPr/>
            <p:nvPr/>
          </p:nvGrpSpPr>
          <p:grpSpPr>
            <a:xfrm>
              <a:off x="6128428" y="563393"/>
              <a:ext cx="77820" cy="416668"/>
              <a:chOff x="5588542" y="440987"/>
              <a:chExt cx="77820" cy="416668"/>
            </a:xfrm>
          </p:grpSpPr>
          <p:sp>
            <p:nvSpPr>
              <p:cNvPr id="155" name="Flowchart: Process 154">
                <a:extLst>
                  <a:ext uri="{FF2B5EF4-FFF2-40B4-BE49-F238E27FC236}">
                    <a16:creationId xmlns:a16="http://schemas.microsoft.com/office/drawing/2014/main" id="{1BDD6D03-A641-9A47-3F26-E8F769FD787B}"/>
                  </a:ext>
                </a:extLst>
              </p:cNvPr>
              <p:cNvSpPr/>
              <p:nvPr/>
            </p:nvSpPr>
            <p:spPr>
              <a:xfrm>
                <a:off x="5588542" y="4409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Flowchart: Process 155">
                <a:extLst>
                  <a:ext uri="{FF2B5EF4-FFF2-40B4-BE49-F238E27FC236}">
                    <a16:creationId xmlns:a16="http://schemas.microsoft.com/office/drawing/2014/main" id="{DFA8C359-2DD4-9663-9F09-1968C7548CE8}"/>
                  </a:ext>
                </a:extLst>
              </p:cNvPr>
              <p:cNvSpPr/>
              <p:nvPr/>
            </p:nvSpPr>
            <p:spPr>
              <a:xfrm>
                <a:off x="5588542" y="5933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Flowchart: Process 156">
                <a:extLst>
                  <a:ext uri="{FF2B5EF4-FFF2-40B4-BE49-F238E27FC236}">
                    <a16:creationId xmlns:a16="http://schemas.microsoft.com/office/drawing/2014/main" id="{43312ACA-EAC8-6E3B-97FB-4D260F82E538}"/>
                  </a:ext>
                </a:extLst>
              </p:cNvPr>
              <p:cNvSpPr/>
              <p:nvPr/>
            </p:nvSpPr>
            <p:spPr>
              <a:xfrm>
                <a:off x="5588542" y="7457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DEC22B56-41B8-9A36-A72F-E286C3C92C38}"/>
              </a:ext>
            </a:extLst>
          </p:cNvPr>
          <p:cNvGrpSpPr/>
          <p:nvPr/>
        </p:nvGrpSpPr>
        <p:grpSpPr>
          <a:xfrm>
            <a:off x="4721156" y="5700406"/>
            <a:ext cx="1418619" cy="787940"/>
            <a:chOff x="4787629" y="192121"/>
            <a:chExt cx="1418619" cy="787940"/>
          </a:xfrm>
        </p:grpSpPr>
        <p:sp>
          <p:nvSpPr>
            <p:cNvPr id="165" name="Rectangle: Rounded Corners 164">
              <a:extLst>
                <a:ext uri="{FF2B5EF4-FFF2-40B4-BE49-F238E27FC236}">
                  <a16:creationId xmlns:a16="http://schemas.microsoft.com/office/drawing/2014/main" id="{7CD97C8B-0BB0-A702-E584-263A0AA8054C}"/>
                </a:ext>
              </a:extLst>
            </p:cNvPr>
            <p:cNvSpPr/>
            <p:nvPr/>
          </p:nvSpPr>
          <p:spPr>
            <a:xfrm>
              <a:off x="4787629" y="288587"/>
              <a:ext cx="301561" cy="111868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: Rounded Corners 165">
              <a:extLst>
                <a:ext uri="{FF2B5EF4-FFF2-40B4-BE49-F238E27FC236}">
                  <a16:creationId xmlns:a16="http://schemas.microsoft.com/office/drawing/2014/main" id="{36E198E0-8B70-8168-A992-4A093F325AFD}"/>
                </a:ext>
              </a:extLst>
            </p:cNvPr>
            <p:cNvSpPr/>
            <p:nvPr/>
          </p:nvSpPr>
          <p:spPr>
            <a:xfrm>
              <a:off x="4787629" y="440987"/>
              <a:ext cx="301561" cy="111868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: Rounded Corners 166">
              <a:extLst>
                <a:ext uri="{FF2B5EF4-FFF2-40B4-BE49-F238E27FC236}">
                  <a16:creationId xmlns:a16="http://schemas.microsoft.com/office/drawing/2014/main" id="{67FE330C-8E7B-57F4-7D72-76477A6B57F2}"/>
                </a:ext>
              </a:extLst>
            </p:cNvPr>
            <p:cNvSpPr/>
            <p:nvPr/>
          </p:nvSpPr>
          <p:spPr>
            <a:xfrm>
              <a:off x="4787629" y="593387"/>
              <a:ext cx="301561" cy="111868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E4A32BD3-FC54-665A-0B24-B8EB8CBA45A9}"/>
                </a:ext>
              </a:extLst>
            </p:cNvPr>
            <p:cNvGrpSpPr/>
            <p:nvPr/>
          </p:nvGrpSpPr>
          <p:grpSpPr>
            <a:xfrm>
              <a:off x="5823628" y="192121"/>
              <a:ext cx="77820" cy="416668"/>
              <a:chOff x="5588542" y="440987"/>
              <a:chExt cx="77820" cy="416668"/>
            </a:xfrm>
          </p:grpSpPr>
          <p:sp>
            <p:nvSpPr>
              <p:cNvPr id="177" name="Flowchart: Process 176">
                <a:extLst>
                  <a:ext uri="{FF2B5EF4-FFF2-40B4-BE49-F238E27FC236}">
                    <a16:creationId xmlns:a16="http://schemas.microsoft.com/office/drawing/2014/main" id="{4A5D1B34-0364-5696-7901-024E64DDDEF1}"/>
                  </a:ext>
                </a:extLst>
              </p:cNvPr>
              <p:cNvSpPr/>
              <p:nvPr/>
            </p:nvSpPr>
            <p:spPr>
              <a:xfrm>
                <a:off x="5588542" y="4409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Flowchart: Process 177">
                <a:extLst>
                  <a:ext uri="{FF2B5EF4-FFF2-40B4-BE49-F238E27FC236}">
                    <a16:creationId xmlns:a16="http://schemas.microsoft.com/office/drawing/2014/main" id="{953ECF3E-3AD0-7091-1054-8B0445B1AA66}"/>
                  </a:ext>
                </a:extLst>
              </p:cNvPr>
              <p:cNvSpPr/>
              <p:nvPr/>
            </p:nvSpPr>
            <p:spPr>
              <a:xfrm>
                <a:off x="5588542" y="5933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Flowchart: Process 178">
                <a:extLst>
                  <a:ext uri="{FF2B5EF4-FFF2-40B4-BE49-F238E27FC236}">
                    <a16:creationId xmlns:a16="http://schemas.microsoft.com/office/drawing/2014/main" id="{611046C5-3615-E26C-3F9C-053691F93290}"/>
                  </a:ext>
                </a:extLst>
              </p:cNvPr>
              <p:cNvSpPr/>
              <p:nvPr/>
            </p:nvSpPr>
            <p:spPr>
              <a:xfrm>
                <a:off x="5588542" y="7457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594A78B2-0506-6910-3C1B-E3FF55FF8180}"/>
                </a:ext>
              </a:extLst>
            </p:cNvPr>
            <p:cNvGrpSpPr/>
            <p:nvPr/>
          </p:nvGrpSpPr>
          <p:grpSpPr>
            <a:xfrm>
              <a:off x="5976028" y="393159"/>
              <a:ext cx="77820" cy="416668"/>
              <a:chOff x="5588542" y="440987"/>
              <a:chExt cx="77820" cy="416668"/>
            </a:xfrm>
          </p:grpSpPr>
          <p:sp>
            <p:nvSpPr>
              <p:cNvPr id="174" name="Flowchart: Process 173">
                <a:extLst>
                  <a:ext uri="{FF2B5EF4-FFF2-40B4-BE49-F238E27FC236}">
                    <a16:creationId xmlns:a16="http://schemas.microsoft.com/office/drawing/2014/main" id="{C3A7C333-8179-058A-02B8-394DE4C5F569}"/>
                  </a:ext>
                </a:extLst>
              </p:cNvPr>
              <p:cNvSpPr/>
              <p:nvPr/>
            </p:nvSpPr>
            <p:spPr>
              <a:xfrm>
                <a:off x="5588542" y="4409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Flowchart: Process 174">
                <a:extLst>
                  <a:ext uri="{FF2B5EF4-FFF2-40B4-BE49-F238E27FC236}">
                    <a16:creationId xmlns:a16="http://schemas.microsoft.com/office/drawing/2014/main" id="{9CCF2E18-D3FF-7CD0-C4BA-392314BA7498}"/>
                  </a:ext>
                </a:extLst>
              </p:cNvPr>
              <p:cNvSpPr/>
              <p:nvPr/>
            </p:nvSpPr>
            <p:spPr>
              <a:xfrm>
                <a:off x="5588542" y="5933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Flowchart: Process 175">
                <a:extLst>
                  <a:ext uri="{FF2B5EF4-FFF2-40B4-BE49-F238E27FC236}">
                    <a16:creationId xmlns:a16="http://schemas.microsoft.com/office/drawing/2014/main" id="{3ADAE2F8-0E3D-160C-7DE0-CE93B8F0A652}"/>
                  </a:ext>
                </a:extLst>
              </p:cNvPr>
              <p:cNvSpPr/>
              <p:nvPr/>
            </p:nvSpPr>
            <p:spPr>
              <a:xfrm>
                <a:off x="5588542" y="7457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6B7B690D-F49C-AE1D-8BAA-F21C00F0BEBD}"/>
                </a:ext>
              </a:extLst>
            </p:cNvPr>
            <p:cNvGrpSpPr/>
            <p:nvPr/>
          </p:nvGrpSpPr>
          <p:grpSpPr>
            <a:xfrm>
              <a:off x="6128428" y="563393"/>
              <a:ext cx="77820" cy="416668"/>
              <a:chOff x="5588542" y="440987"/>
              <a:chExt cx="77820" cy="416668"/>
            </a:xfrm>
          </p:grpSpPr>
          <p:sp>
            <p:nvSpPr>
              <p:cNvPr id="171" name="Flowchart: Process 170">
                <a:extLst>
                  <a:ext uri="{FF2B5EF4-FFF2-40B4-BE49-F238E27FC236}">
                    <a16:creationId xmlns:a16="http://schemas.microsoft.com/office/drawing/2014/main" id="{E2EFAE34-5864-7CCE-99D7-E9C7DFA17417}"/>
                  </a:ext>
                </a:extLst>
              </p:cNvPr>
              <p:cNvSpPr/>
              <p:nvPr/>
            </p:nvSpPr>
            <p:spPr>
              <a:xfrm>
                <a:off x="5588542" y="4409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Flowchart: Process 171">
                <a:extLst>
                  <a:ext uri="{FF2B5EF4-FFF2-40B4-BE49-F238E27FC236}">
                    <a16:creationId xmlns:a16="http://schemas.microsoft.com/office/drawing/2014/main" id="{0BE0DD33-A8EF-C3AC-3B66-3AD2F43C06FE}"/>
                  </a:ext>
                </a:extLst>
              </p:cNvPr>
              <p:cNvSpPr/>
              <p:nvPr/>
            </p:nvSpPr>
            <p:spPr>
              <a:xfrm>
                <a:off x="5588542" y="5933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Flowchart: Process 172">
                <a:extLst>
                  <a:ext uri="{FF2B5EF4-FFF2-40B4-BE49-F238E27FC236}">
                    <a16:creationId xmlns:a16="http://schemas.microsoft.com/office/drawing/2014/main" id="{61BB0CCD-64FA-CEB9-F48F-DC581D97271B}"/>
                  </a:ext>
                </a:extLst>
              </p:cNvPr>
              <p:cNvSpPr/>
              <p:nvPr/>
            </p:nvSpPr>
            <p:spPr>
              <a:xfrm>
                <a:off x="5588542" y="745787"/>
                <a:ext cx="77820" cy="111868"/>
              </a:xfrm>
              <a:prstGeom prst="flowChartProcess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80" name="Oval 179">
            <a:extLst>
              <a:ext uri="{FF2B5EF4-FFF2-40B4-BE49-F238E27FC236}">
                <a16:creationId xmlns:a16="http://schemas.microsoft.com/office/drawing/2014/main" id="{3CEFE944-2742-25E9-5E7F-BFB72F5B049D}"/>
              </a:ext>
            </a:extLst>
          </p:cNvPr>
          <p:cNvSpPr/>
          <p:nvPr/>
        </p:nvSpPr>
        <p:spPr>
          <a:xfrm>
            <a:off x="2427051" y="4047521"/>
            <a:ext cx="107004" cy="13537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28C63429-6122-929B-FC4C-3C80D171A535}"/>
              </a:ext>
            </a:extLst>
          </p:cNvPr>
          <p:cNvSpPr/>
          <p:nvPr/>
        </p:nvSpPr>
        <p:spPr>
          <a:xfrm>
            <a:off x="2427051" y="4265177"/>
            <a:ext cx="107004" cy="13537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9CD917ED-0114-F835-D7B9-FB1678697233}"/>
              </a:ext>
            </a:extLst>
          </p:cNvPr>
          <p:cNvSpPr/>
          <p:nvPr/>
        </p:nvSpPr>
        <p:spPr>
          <a:xfrm>
            <a:off x="2427051" y="4482833"/>
            <a:ext cx="107004" cy="13537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672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</TotalTime>
  <Words>60</Words>
  <Application>Microsoft Office PowerPoint</Application>
  <PresentationFormat>Widescreen</PresentationFormat>
  <Paragraphs>45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Consolas</vt:lpstr>
      <vt:lpstr>Office Theme</vt:lpstr>
      <vt:lpstr>Nerdle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Tousignant</dc:creator>
  <cp:lastModifiedBy>Patrick Tousignant</cp:lastModifiedBy>
  <cp:revision>5</cp:revision>
  <dcterms:created xsi:type="dcterms:W3CDTF">2025-07-19T13:14:30Z</dcterms:created>
  <dcterms:modified xsi:type="dcterms:W3CDTF">2026-01-14T11:59:09Z</dcterms:modified>
</cp:coreProperties>
</file>